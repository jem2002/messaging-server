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9" r:id="rId1"/>
    <p:sldMasterId id="2147483721" r:id="rId2"/>
  </p:sldMasterIdLst>
  <p:notesMasterIdLst>
    <p:notesMasterId r:id="rId21"/>
  </p:notesMasterIdLst>
  <p:sldIdLst>
    <p:sldId id="256" r:id="rId3"/>
    <p:sldId id="362" r:id="rId4"/>
    <p:sldId id="364" r:id="rId5"/>
    <p:sldId id="352" r:id="rId6"/>
    <p:sldId id="365" r:id="rId7"/>
    <p:sldId id="363" r:id="rId8"/>
    <p:sldId id="376" r:id="rId9"/>
    <p:sldId id="369" r:id="rId10"/>
    <p:sldId id="370" r:id="rId11"/>
    <p:sldId id="367" r:id="rId12"/>
    <p:sldId id="371" r:id="rId13"/>
    <p:sldId id="372" r:id="rId14"/>
    <p:sldId id="361" r:id="rId15"/>
    <p:sldId id="373" r:id="rId16"/>
    <p:sldId id="375" r:id="rId17"/>
    <p:sldId id="374" r:id="rId18"/>
    <p:sldId id="348" r:id="rId19"/>
    <p:sldId id="349" r:id="rId20"/>
  </p:sldIdLst>
  <p:sldSz cx="9144000" cy="6858000" type="screen4x3"/>
  <p:notesSz cx="6858000" cy="9144000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Verdana" panose="020B0604030504040204" pitchFamily="34" charset="0"/>
        <a:ea typeface="Microsoft YaHei" panose="020B0503020204020204" pitchFamily="34" charset="-122"/>
        <a:cs typeface="+mn-cs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Verdana" panose="020B0604030504040204" pitchFamily="34" charset="0"/>
        <a:ea typeface="Microsoft YaHei" panose="020B0503020204020204" pitchFamily="34" charset="-122"/>
        <a:cs typeface="+mn-cs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Verdana" panose="020B0604030504040204" pitchFamily="34" charset="0"/>
        <a:ea typeface="Microsoft YaHei" panose="020B0503020204020204" pitchFamily="34" charset="-122"/>
        <a:cs typeface="+mn-cs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Verdana" panose="020B0604030504040204" pitchFamily="34" charset="0"/>
        <a:ea typeface="Microsoft YaHei" panose="020B0503020204020204" pitchFamily="34" charset="-122"/>
        <a:cs typeface="+mn-cs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Verdana" panose="020B0604030504040204" pitchFamily="34" charset="0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Verdana" panose="020B0604030504040204" pitchFamily="34" charset="0"/>
        <a:ea typeface="Microsoft YaHei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Verdana" panose="020B0604030504040204" pitchFamily="34" charset="0"/>
        <a:ea typeface="Microsoft YaHei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Verdana" panose="020B0604030504040204" pitchFamily="34" charset="0"/>
        <a:ea typeface="Microsoft YaHei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Verdana" panose="020B0604030504040204" pitchFamily="34" charset="0"/>
        <a:ea typeface="Microsoft YaHei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99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Estilo temático 2 - Énfasis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4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7EC9A0-7E08-4805-8A26-B2F4A15573F4}" type="doc">
      <dgm:prSet loTypeId="urn:microsoft.com/office/officeart/2008/layout/VerticalCurvedList" loCatId="list" qsTypeId="urn:microsoft.com/office/officeart/2005/8/quickstyle/3d3" qsCatId="3D" csTypeId="urn:microsoft.com/office/officeart/2005/8/colors/accent2_1" csCatId="accent2" phldr="1"/>
      <dgm:spPr/>
      <dgm:t>
        <a:bodyPr/>
        <a:lstStyle/>
        <a:p>
          <a:endParaRPr lang="es-CO"/>
        </a:p>
      </dgm:t>
    </dgm:pt>
    <dgm:pt modelId="{60AB1D1D-0512-4C69-B1C0-38D55A59B4C9}">
      <dgm:prSet phldrT="[Texto]"/>
      <dgm:spPr/>
      <dgm:t>
        <a:bodyPr/>
        <a:lstStyle/>
        <a:p>
          <a:pPr>
            <a:buClr>
              <a:srgbClr val="CC6633"/>
            </a:buClr>
            <a:buSzPct val="45000"/>
            <a:buFont typeface="Wingdings" panose="05000000000000000000" pitchFamily="2" charset="2"/>
            <a:buChar char=""/>
          </a:pPr>
          <a:r>
            <a:rPr lang="en-US" dirty="0">
              <a:latin typeface="Arial" panose="020B0604020202020204" pitchFamily="34" charset="0"/>
            </a:rPr>
            <a:t>C</a:t>
          </a:r>
          <a:r>
            <a:rPr lang="en-US" b="0" i="0" dirty="0">
              <a:effectLst/>
              <a:latin typeface="Arial" panose="020B0604020202020204" pitchFamily="34" charset="0"/>
            </a:rPr>
            <a:t>ompatible machine of more than </a:t>
          </a:r>
          <a:r>
            <a:rPr lang="es-CO" b="0" i="0" dirty="0">
              <a:effectLst/>
              <a:latin typeface="Arial" panose="020B0604020202020204" pitchFamily="34" charset="0"/>
            </a:rPr>
            <a:t>512</a:t>
          </a:r>
          <a:r>
            <a:rPr lang="en-US" b="0" i="0" dirty="0">
              <a:effectLst/>
              <a:latin typeface="Arial" panose="020B0604020202020204" pitchFamily="34" charset="0"/>
            </a:rPr>
            <a:t> MB RAM.</a:t>
          </a:r>
          <a:endParaRPr lang="es-CO" dirty="0"/>
        </a:p>
      </dgm:t>
    </dgm:pt>
    <dgm:pt modelId="{65D23360-81D0-492E-A087-9791CFB6110D}" type="parTrans" cxnId="{4EB10443-4D4B-495E-8EC8-D23712AD1982}">
      <dgm:prSet/>
      <dgm:spPr/>
      <dgm:t>
        <a:bodyPr/>
        <a:lstStyle/>
        <a:p>
          <a:endParaRPr lang="es-CO"/>
        </a:p>
      </dgm:t>
    </dgm:pt>
    <dgm:pt modelId="{E1A014B0-81F6-474F-B1AD-E2009D86E282}" type="sibTrans" cxnId="{4EB10443-4D4B-495E-8EC8-D23712AD1982}">
      <dgm:prSet/>
      <dgm:spPr/>
      <dgm:t>
        <a:bodyPr/>
        <a:lstStyle/>
        <a:p>
          <a:endParaRPr lang="es-CO"/>
        </a:p>
      </dgm:t>
    </dgm:pt>
    <dgm:pt modelId="{30B519FD-4DF0-426F-AFE4-223BEE747398}">
      <dgm:prSet phldrT="[Texto]"/>
      <dgm:spPr/>
      <dgm:t>
        <a:bodyPr/>
        <a:lstStyle/>
        <a:p>
          <a:r>
            <a:rPr lang="en-US" b="0" i="0" dirty="0">
              <a:latin typeface="Arial" panose="020B0604020202020204" pitchFamily="34" charset="0"/>
              <a:cs typeface="Arial" panose="020B0604020202020204" pitchFamily="34" charset="0"/>
            </a:rPr>
            <a:t>A basic installation should take less than </a:t>
          </a:r>
          <a:r>
            <a:rPr lang="es-CO" b="0" i="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b="0" i="0" dirty="0">
              <a:latin typeface="Arial" panose="020B0604020202020204" pitchFamily="34" charset="0"/>
              <a:cs typeface="Arial" panose="020B0604020202020204" pitchFamily="34" charset="0"/>
            </a:rPr>
            <a:t> GB of disk space.</a:t>
          </a:r>
          <a:endParaRPr lang="es-CO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5767EE-CFE7-4446-A653-5F54F532B18C}" type="parTrans" cxnId="{375AC050-6723-45E0-B9F5-0E58373AA5B6}">
      <dgm:prSet/>
      <dgm:spPr/>
      <dgm:t>
        <a:bodyPr/>
        <a:lstStyle/>
        <a:p>
          <a:endParaRPr lang="es-CO"/>
        </a:p>
      </dgm:t>
    </dgm:pt>
    <dgm:pt modelId="{8793FE5E-0F24-4676-BDC1-95A8ABA8F83B}" type="sibTrans" cxnId="{375AC050-6723-45E0-B9F5-0E58373AA5B6}">
      <dgm:prSet/>
      <dgm:spPr/>
      <dgm:t>
        <a:bodyPr/>
        <a:lstStyle/>
        <a:p>
          <a:endParaRPr lang="es-CO"/>
        </a:p>
      </dgm:t>
    </dgm:pt>
    <dgm:pt modelId="{FEE36518-39AA-46B1-A66C-69FD84D67B93}" type="pres">
      <dgm:prSet presAssocID="{777EC9A0-7E08-4805-8A26-B2F4A15573F4}" presName="Name0" presStyleCnt="0">
        <dgm:presLayoutVars>
          <dgm:chMax val="7"/>
          <dgm:chPref val="7"/>
          <dgm:dir/>
        </dgm:presLayoutVars>
      </dgm:prSet>
      <dgm:spPr/>
    </dgm:pt>
    <dgm:pt modelId="{93262040-B515-4BCA-8B1F-418D8119CE84}" type="pres">
      <dgm:prSet presAssocID="{777EC9A0-7E08-4805-8A26-B2F4A15573F4}" presName="Name1" presStyleCnt="0"/>
      <dgm:spPr/>
    </dgm:pt>
    <dgm:pt modelId="{E61010DB-27F6-4ACC-9E8F-A274E7D57176}" type="pres">
      <dgm:prSet presAssocID="{777EC9A0-7E08-4805-8A26-B2F4A15573F4}" presName="cycle" presStyleCnt="0"/>
      <dgm:spPr/>
    </dgm:pt>
    <dgm:pt modelId="{8394ABAD-3FFC-4DBA-915D-BDE102B68E24}" type="pres">
      <dgm:prSet presAssocID="{777EC9A0-7E08-4805-8A26-B2F4A15573F4}" presName="srcNode" presStyleLbl="node1" presStyleIdx="0" presStyleCnt="2"/>
      <dgm:spPr/>
    </dgm:pt>
    <dgm:pt modelId="{3BAF4D53-B531-4E79-9B2D-0131E4EB9D5E}" type="pres">
      <dgm:prSet presAssocID="{777EC9A0-7E08-4805-8A26-B2F4A15573F4}" presName="conn" presStyleLbl="parChTrans1D2" presStyleIdx="0" presStyleCnt="1"/>
      <dgm:spPr/>
    </dgm:pt>
    <dgm:pt modelId="{9D8645E0-1C54-4BC1-A974-AAAE1D1F6930}" type="pres">
      <dgm:prSet presAssocID="{777EC9A0-7E08-4805-8A26-B2F4A15573F4}" presName="extraNode" presStyleLbl="node1" presStyleIdx="0" presStyleCnt="2"/>
      <dgm:spPr/>
    </dgm:pt>
    <dgm:pt modelId="{C5C0C58B-7D79-4442-804F-E81FD8307EB3}" type="pres">
      <dgm:prSet presAssocID="{777EC9A0-7E08-4805-8A26-B2F4A15573F4}" presName="dstNode" presStyleLbl="node1" presStyleIdx="0" presStyleCnt="2"/>
      <dgm:spPr/>
    </dgm:pt>
    <dgm:pt modelId="{BC48DA19-3ADA-4FFD-8839-93B4EE2984E6}" type="pres">
      <dgm:prSet presAssocID="{60AB1D1D-0512-4C69-B1C0-38D55A59B4C9}" presName="text_1" presStyleLbl="node1" presStyleIdx="0" presStyleCnt="2">
        <dgm:presLayoutVars>
          <dgm:bulletEnabled val="1"/>
        </dgm:presLayoutVars>
      </dgm:prSet>
      <dgm:spPr/>
    </dgm:pt>
    <dgm:pt modelId="{FB5DAC6B-0F49-4D30-960C-D54D251401CE}" type="pres">
      <dgm:prSet presAssocID="{60AB1D1D-0512-4C69-B1C0-38D55A59B4C9}" presName="accent_1" presStyleCnt="0"/>
      <dgm:spPr/>
    </dgm:pt>
    <dgm:pt modelId="{5D70F457-6CC6-494B-AB8D-5B56CD2C877A}" type="pres">
      <dgm:prSet presAssocID="{60AB1D1D-0512-4C69-B1C0-38D55A59B4C9}" presName="accentRepeatNode" presStyleLbl="solidFgAcc1" presStyleIdx="0" presStyleCnt="2" custScaleX="67455" custScaleY="63058"/>
      <dgm:spPr>
        <a:ln w="19050">
          <a:solidFill>
            <a:srgbClr val="FF0000"/>
          </a:solidFill>
        </a:ln>
      </dgm:spPr>
    </dgm:pt>
    <dgm:pt modelId="{94A520A0-C77D-4A23-947B-FFFA1D6B0D69}" type="pres">
      <dgm:prSet presAssocID="{30B519FD-4DF0-426F-AFE4-223BEE747398}" presName="text_2" presStyleLbl="node1" presStyleIdx="1" presStyleCnt="2">
        <dgm:presLayoutVars>
          <dgm:bulletEnabled val="1"/>
        </dgm:presLayoutVars>
      </dgm:prSet>
      <dgm:spPr/>
    </dgm:pt>
    <dgm:pt modelId="{E816521C-562C-421A-82BB-41AB574B6A1D}" type="pres">
      <dgm:prSet presAssocID="{30B519FD-4DF0-426F-AFE4-223BEE747398}" presName="accent_2" presStyleCnt="0"/>
      <dgm:spPr/>
    </dgm:pt>
    <dgm:pt modelId="{6081D728-C2DD-470B-B41C-EB8241668DE4}" type="pres">
      <dgm:prSet presAssocID="{30B519FD-4DF0-426F-AFE4-223BEE747398}" presName="accentRepeatNode" presStyleLbl="solidFgAcc1" presStyleIdx="1" presStyleCnt="2" custScaleX="67455" custScaleY="70272"/>
      <dgm:spPr>
        <a:ln w="19050">
          <a:solidFill>
            <a:srgbClr val="FF0000"/>
          </a:solidFill>
        </a:ln>
      </dgm:spPr>
    </dgm:pt>
  </dgm:ptLst>
  <dgm:cxnLst>
    <dgm:cxn modelId="{075D9F22-76EE-4E09-80EA-E360ECECBE03}" type="presOf" srcId="{30B519FD-4DF0-426F-AFE4-223BEE747398}" destId="{94A520A0-C77D-4A23-947B-FFFA1D6B0D69}" srcOrd="0" destOrd="0" presId="urn:microsoft.com/office/officeart/2008/layout/VerticalCurvedList"/>
    <dgm:cxn modelId="{616FFD26-FA0D-419D-B0D6-AA6B84678F31}" type="presOf" srcId="{E1A014B0-81F6-474F-B1AD-E2009D86E282}" destId="{3BAF4D53-B531-4E79-9B2D-0131E4EB9D5E}" srcOrd="0" destOrd="0" presId="urn:microsoft.com/office/officeart/2008/layout/VerticalCurvedList"/>
    <dgm:cxn modelId="{4EB10443-4D4B-495E-8EC8-D23712AD1982}" srcId="{777EC9A0-7E08-4805-8A26-B2F4A15573F4}" destId="{60AB1D1D-0512-4C69-B1C0-38D55A59B4C9}" srcOrd="0" destOrd="0" parTransId="{65D23360-81D0-492E-A087-9791CFB6110D}" sibTransId="{E1A014B0-81F6-474F-B1AD-E2009D86E282}"/>
    <dgm:cxn modelId="{375AC050-6723-45E0-B9F5-0E58373AA5B6}" srcId="{777EC9A0-7E08-4805-8A26-B2F4A15573F4}" destId="{30B519FD-4DF0-426F-AFE4-223BEE747398}" srcOrd="1" destOrd="0" parTransId="{AF5767EE-CFE7-4446-A653-5F54F532B18C}" sibTransId="{8793FE5E-0F24-4676-BDC1-95A8ABA8F83B}"/>
    <dgm:cxn modelId="{F06D5E86-BA80-4236-95F4-213DE10B02DE}" type="presOf" srcId="{60AB1D1D-0512-4C69-B1C0-38D55A59B4C9}" destId="{BC48DA19-3ADA-4FFD-8839-93B4EE2984E6}" srcOrd="0" destOrd="0" presId="urn:microsoft.com/office/officeart/2008/layout/VerticalCurvedList"/>
    <dgm:cxn modelId="{15A083D5-EB3B-4365-BD01-CABB25FC06E9}" type="presOf" srcId="{777EC9A0-7E08-4805-8A26-B2F4A15573F4}" destId="{FEE36518-39AA-46B1-A66C-69FD84D67B93}" srcOrd="0" destOrd="0" presId="urn:microsoft.com/office/officeart/2008/layout/VerticalCurvedList"/>
    <dgm:cxn modelId="{94CA8D7B-0D41-4E8D-BA48-2C4038EF2198}" type="presParOf" srcId="{FEE36518-39AA-46B1-A66C-69FD84D67B93}" destId="{93262040-B515-4BCA-8B1F-418D8119CE84}" srcOrd="0" destOrd="0" presId="urn:microsoft.com/office/officeart/2008/layout/VerticalCurvedList"/>
    <dgm:cxn modelId="{5E34895A-049F-4E47-BC34-B6F004236F22}" type="presParOf" srcId="{93262040-B515-4BCA-8B1F-418D8119CE84}" destId="{E61010DB-27F6-4ACC-9E8F-A274E7D57176}" srcOrd="0" destOrd="0" presId="urn:microsoft.com/office/officeart/2008/layout/VerticalCurvedList"/>
    <dgm:cxn modelId="{B5C70199-8E18-477E-952E-F6133E11F12E}" type="presParOf" srcId="{E61010DB-27F6-4ACC-9E8F-A274E7D57176}" destId="{8394ABAD-3FFC-4DBA-915D-BDE102B68E24}" srcOrd="0" destOrd="0" presId="urn:microsoft.com/office/officeart/2008/layout/VerticalCurvedList"/>
    <dgm:cxn modelId="{9F1F8DB1-C98E-421E-AD5A-613F727FFD8D}" type="presParOf" srcId="{E61010DB-27F6-4ACC-9E8F-A274E7D57176}" destId="{3BAF4D53-B531-4E79-9B2D-0131E4EB9D5E}" srcOrd="1" destOrd="0" presId="urn:microsoft.com/office/officeart/2008/layout/VerticalCurvedList"/>
    <dgm:cxn modelId="{C9708836-BD30-4B92-911E-38C51508FD4A}" type="presParOf" srcId="{E61010DB-27F6-4ACC-9E8F-A274E7D57176}" destId="{9D8645E0-1C54-4BC1-A974-AAAE1D1F6930}" srcOrd="2" destOrd="0" presId="urn:microsoft.com/office/officeart/2008/layout/VerticalCurvedList"/>
    <dgm:cxn modelId="{2C5BD265-8715-4AD3-B9DE-FCA9CF00896F}" type="presParOf" srcId="{E61010DB-27F6-4ACC-9E8F-A274E7D57176}" destId="{C5C0C58B-7D79-4442-804F-E81FD8307EB3}" srcOrd="3" destOrd="0" presId="urn:microsoft.com/office/officeart/2008/layout/VerticalCurvedList"/>
    <dgm:cxn modelId="{85E715EC-9934-4608-8BC6-9A368F9D8F38}" type="presParOf" srcId="{93262040-B515-4BCA-8B1F-418D8119CE84}" destId="{BC48DA19-3ADA-4FFD-8839-93B4EE2984E6}" srcOrd="1" destOrd="0" presId="urn:microsoft.com/office/officeart/2008/layout/VerticalCurvedList"/>
    <dgm:cxn modelId="{94CCA689-5601-4838-80BD-A27E13FB0312}" type="presParOf" srcId="{93262040-B515-4BCA-8B1F-418D8119CE84}" destId="{FB5DAC6B-0F49-4D30-960C-D54D251401CE}" srcOrd="2" destOrd="0" presId="urn:microsoft.com/office/officeart/2008/layout/VerticalCurvedList"/>
    <dgm:cxn modelId="{A69237B2-607A-43B8-B594-7C5197271F7F}" type="presParOf" srcId="{FB5DAC6B-0F49-4D30-960C-D54D251401CE}" destId="{5D70F457-6CC6-494B-AB8D-5B56CD2C877A}" srcOrd="0" destOrd="0" presId="urn:microsoft.com/office/officeart/2008/layout/VerticalCurvedList"/>
    <dgm:cxn modelId="{455137A6-B772-425E-B2EF-C1BCAE46B3A0}" type="presParOf" srcId="{93262040-B515-4BCA-8B1F-418D8119CE84}" destId="{94A520A0-C77D-4A23-947B-FFFA1D6B0D69}" srcOrd="3" destOrd="0" presId="urn:microsoft.com/office/officeart/2008/layout/VerticalCurvedList"/>
    <dgm:cxn modelId="{B1ABFABC-EEE5-4256-BDB5-87A7323457E5}" type="presParOf" srcId="{93262040-B515-4BCA-8B1F-418D8119CE84}" destId="{E816521C-562C-421A-82BB-41AB574B6A1D}" srcOrd="4" destOrd="0" presId="urn:microsoft.com/office/officeart/2008/layout/VerticalCurvedList"/>
    <dgm:cxn modelId="{641BCF4D-05F1-4AE0-8D06-5579066FB41C}" type="presParOf" srcId="{E816521C-562C-421A-82BB-41AB574B6A1D}" destId="{6081D728-C2DD-470B-B41C-EB8241668DE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7EC9A0-7E08-4805-8A26-B2F4A15573F4}" type="doc">
      <dgm:prSet loTypeId="urn:microsoft.com/office/officeart/2008/layout/VerticalCurvedList" loCatId="list" qsTypeId="urn:microsoft.com/office/officeart/2005/8/quickstyle/3d3" qsCatId="3D" csTypeId="urn:microsoft.com/office/officeart/2005/8/colors/accent2_1" csCatId="accent2" phldr="1"/>
      <dgm:spPr/>
      <dgm:t>
        <a:bodyPr/>
        <a:lstStyle/>
        <a:p>
          <a:endParaRPr lang="es-CO"/>
        </a:p>
      </dgm:t>
    </dgm:pt>
    <dgm:pt modelId="{60AB1D1D-0512-4C69-B1C0-38D55A59B4C9}">
      <dgm:prSet phldrT="[Texto]" custT="1"/>
      <dgm:spPr/>
      <dgm:t>
        <a:bodyPr/>
        <a:lstStyle/>
        <a:p>
          <a:pPr>
            <a:buClr>
              <a:srgbClr val="CC6633"/>
            </a:buClr>
            <a:buSzPct val="45000"/>
            <a:buFont typeface="Wingdings" panose="05000000000000000000" pitchFamily="2" charset="2"/>
            <a:buChar char=""/>
          </a:pPr>
          <a:r>
            <a:rPr lang="en-US" sz="1500" dirty="0">
              <a:latin typeface="Arial" panose="020B0604020202020204" pitchFamily="34" charset="0"/>
            </a:rPr>
            <a:t>C</a:t>
          </a:r>
          <a:r>
            <a:rPr lang="en-US" sz="1500" b="0" i="0" dirty="0">
              <a:effectLst/>
              <a:latin typeface="Arial" panose="020B0604020202020204" pitchFamily="34" charset="0"/>
            </a:rPr>
            <a:t>ompatible machine with a minimum of 1000 - 2000 MB RAM</a:t>
          </a:r>
          <a:endParaRPr lang="es-CO" sz="1500" dirty="0"/>
        </a:p>
      </dgm:t>
    </dgm:pt>
    <dgm:pt modelId="{65D23360-81D0-492E-A087-9791CFB6110D}" type="parTrans" cxnId="{4EB10443-4D4B-495E-8EC8-D23712AD1982}">
      <dgm:prSet/>
      <dgm:spPr/>
      <dgm:t>
        <a:bodyPr/>
        <a:lstStyle/>
        <a:p>
          <a:endParaRPr lang="es-CO"/>
        </a:p>
      </dgm:t>
    </dgm:pt>
    <dgm:pt modelId="{E1A014B0-81F6-474F-B1AD-E2009D86E282}" type="sibTrans" cxnId="{4EB10443-4D4B-495E-8EC8-D23712AD1982}">
      <dgm:prSet/>
      <dgm:spPr/>
      <dgm:t>
        <a:bodyPr/>
        <a:lstStyle/>
        <a:p>
          <a:endParaRPr lang="es-CO"/>
        </a:p>
      </dgm:t>
    </dgm:pt>
    <dgm:pt modelId="{30B519FD-4DF0-426F-AFE4-223BEE747398}">
      <dgm:prSet phldrT="[Texto]" custT="1"/>
      <dgm:spPr/>
      <dgm:t>
        <a:bodyPr/>
        <a:lstStyle/>
        <a:p>
          <a:r>
            <a:rPr lang="en-US" sz="1500" b="0" i="0" dirty="0">
              <a:latin typeface="Arial" panose="020B0604020202020204" pitchFamily="34" charset="0"/>
              <a:cs typeface="Arial" panose="020B0604020202020204" pitchFamily="34" charset="0"/>
            </a:rPr>
            <a:t>A basic installation should take 10 – 20 GB of disk space</a:t>
          </a:r>
          <a:r>
            <a:rPr lang="en-US" sz="1300" b="0" i="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s-CO" sz="13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5767EE-CFE7-4446-A653-5F54F532B18C}" type="parTrans" cxnId="{375AC050-6723-45E0-B9F5-0E58373AA5B6}">
      <dgm:prSet/>
      <dgm:spPr/>
      <dgm:t>
        <a:bodyPr/>
        <a:lstStyle/>
        <a:p>
          <a:endParaRPr lang="es-CO"/>
        </a:p>
      </dgm:t>
    </dgm:pt>
    <dgm:pt modelId="{8793FE5E-0F24-4676-BDC1-95A8ABA8F83B}" type="sibTrans" cxnId="{375AC050-6723-45E0-B9F5-0E58373AA5B6}">
      <dgm:prSet/>
      <dgm:spPr/>
      <dgm:t>
        <a:bodyPr/>
        <a:lstStyle/>
        <a:p>
          <a:endParaRPr lang="es-CO"/>
        </a:p>
      </dgm:t>
    </dgm:pt>
    <dgm:pt modelId="{FEE36518-39AA-46B1-A66C-69FD84D67B93}" type="pres">
      <dgm:prSet presAssocID="{777EC9A0-7E08-4805-8A26-B2F4A15573F4}" presName="Name0" presStyleCnt="0">
        <dgm:presLayoutVars>
          <dgm:chMax val="7"/>
          <dgm:chPref val="7"/>
          <dgm:dir/>
        </dgm:presLayoutVars>
      </dgm:prSet>
      <dgm:spPr/>
    </dgm:pt>
    <dgm:pt modelId="{93262040-B515-4BCA-8B1F-418D8119CE84}" type="pres">
      <dgm:prSet presAssocID="{777EC9A0-7E08-4805-8A26-B2F4A15573F4}" presName="Name1" presStyleCnt="0"/>
      <dgm:spPr/>
    </dgm:pt>
    <dgm:pt modelId="{E61010DB-27F6-4ACC-9E8F-A274E7D57176}" type="pres">
      <dgm:prSet presAssocID="{777EC9A0-7E08-4805-8A26-B2F4A15573F4}" presName="cycle" presStyleCnt="0"/>
      <dgm:spPr/>
    </dgm:pt>
    <dgm:pt modelId="{8394ABAD-3FFC-4DBA-915D-BDE102B68E24}" type="pres">
      <dgm:prSet presAssocID="{777EC9A0-7E08-4805-8A26-B2F4A15573F4}" presName="srcNode" presStyleLbl="node1" presStyleIdx="0" presStyleCnt="2"/>
      <dgm:spPr/>
    </dgm:pt>
    <dgm:pt modelId="{3BAF4D53-B531-4E79-9B2D-0131E4EB9D5E}" type="pres">
      <dgm:prSet presAssocID="{777EC9A0-7E08-4805-8A26-B2F4A15573F4}" presName="conn" presStyleLbl="parChTrans1D2" presStyleIdx="0" presStyleCnt="1"/>
      <dgm:spPr/>
    </dgm:pt>
    <dgm:pt modelId="{9D8645E0-1C54-4BC1-A974-AAAE1D1F6930}" type="pres">
      <dgm:prSet presAssocID="{777EC9A0-7E08-4805-8A26-B2F4A15573F4}" presName="extraNode" presStyleLbl="node1" presStyleIdx="0" presStyleCnt="2"/>
      <dgm:spPr/>
    </dgm:pt>
    <dgm:pt modelId="{C5C0C58B-7D79-4442-804F-E81FD8307EB3}" type="pres">
      <dgm:prSet presAssocID="{777EC9A0-7E08-4805-8A26-B2F4A15573F4}" presName="dstNode" presStyleLbl="node1" presStyleIdx="0" presStyleCnt="2"/>
      <dgm:spPr/>
    </dgm:pt>
    <dgm:pt modelId="{C8B688D7-F644-4DE4-82AF-1E173073A1B6}" type="pres">
      <dgm:prSet presAssocID="{60AB1D1D-0512-4C69-B1C0-38D55A59B4C9}" presName="text_1" presStyleLbl="node1" presStyleIdx="0" presStyleCnt="2" custScaleY="101697">
        <dgm:presLayoutVars>
          <dgm:bulletEnabled val="1"/>
        </dgm:presLayoutVars>
      </dgm:prSet>
      <dgm:spPr/>
    </dgm:pt>
    <dgm:pt modelId="{08341DDE-D7AB-48A3-A5D8-F303913179C5}" type="pres">
      <dgm:prSet presAssocID="{60AB1D1D-0512-4C69-B1C0-38D55A59B4C9}" presName="accent_1" presStyleCnt="0"/>
      <dgm:spPr/>
    </dgm:pt>
    <dgm:pt modelId="{5D70F457-6CC6-494B-AB8D-5B56CD2C877A}" type="pres">
      <dgm:prSet presAssocID="{60AB1D1D-0512-4C69-B1C0-38D55A59B4C9}" presName="accentRepeatNode" presStyleLbl="solidFgAcc1" presStyleIdx="0" presStyleCnt="2" custScaleX="62981" custScaleY="63545"/>
      <dgm:spPr>
        <a:ln w="19050">
          <a:solidFill>
            <a:srgbClr val="FF0000"/>
          </a:solidFill>
        </a:ln>
      </dgm:spPr>
    </dgm:pt>
    <dgm:pt modelId="{6E9288E6-1C1F-49A5-91E9-8C12B5169670}" type="pres">
      <dgm:prSet presAssocID="{30B519FD-4DF0-426F-AFE4-223BEE747398}" presName="text_2" presStyleLbl="node1" presStyleIdx="1" presStyleCnt="2">
        <dgm:presLayoutVars>
          <dgm:bulletEnabled val="1"/>
        </dgm:presLayoutVars>
      </dgm:prSet>
      <dgm:spPr/>
    </dgm:pt>
    <dgm:pt modelId="{7EE6979B-FC67-4B4A-97A8-2F23F1E1322F}" type="pres">
      <dgm:prSet presAssocID="{30B519FD-4DF0-426F-AFE4-223BEE747398}" presName="accent_2" presStyleCnt="0"/>
      <dgm:spPr/>
    </dgm:pt>
    <dgm:pt modelId="{6081D728-C2DD-470B-B41C-EB8241668DE4}" type="pres">
      <dgm:prSet presAssocID="{30B519FD-4DF0-426F-AFE4-223BEE747398}" presName="accentRepeatNode" presStyleLbl="solidFgAcc1" presStyleIdx="1" presStyleCnt="2" custScaleX="62981" custScaleY="60848"/>
      <dgm:spPr>
        <a:ln w="19050">
          <a:solidFill>
            <a:srgbClr val="FF0000"/>
          </a:solidFill>
        </a:ln>
      </dgm:spPr>
    </dgm:pt>
  </dgm:ptLst>
  <dgm:cxnLst>
    <dgm:cxn modelId="{1A150601-EE42-450D-9BBE-9A159D6DE162}" type="presOf" srcId="{E1A014B0-81F6-474F-B1AD-E2009D86E282}" destId="{3BAF4D53-B531-4E79-9B2D-0131E4EB9D5E}" srcOrd="0" destOrd="0" presId="urn:microsoft.com/office/officeart/2008/layout/VerticalCurvedList"/>
    <dgm:cxn modelId="{5C908F33-6855-4D6E-BF62-FF147E30EB66}" type="presOf" srcId="{60AB1D1D-0512-4C69-B1C0-38D55A59B4C9}" destId="{C8B688D7-F644-4DE4-82AF-1E173073A1B6}" srcOrd="0" destOrd="0" presId="urn:microsoft.com/office/officeart/2008/layout/VerticalCurvedList"/>
    <dgm:cxn modelId="{4EB10443-4D4B-495E-8EC8-D23712AD1982}" srcId="{777EC9A0-7E08-4805-8A26-B2F4A15573F4}" destId="{60AB1D1D-0512-4C69-B1C0-38D55A59B4C9}" srcOrd="0" destOrd="0" parTransId="{65D23360-81D0-492E-A087-9791CFB6110D}" sibTransId="{E1A014B0-81F6-474F-B1AD-E2009D86E282}"/>
    <dgm:cxn modelId="{375AC050-6723-45E0-B9F5-0E58373AA5B6}" srcId="{777EC9A0-7E08-4805-8A26-B2F4A15573F4}" destId="{30B519FD-4DF0-426F-AFE4-223BEE747398}" srcOrd="1" destOrd="0" parTransId="{AF5767EE-CFE7-4446-A653-5F54F532B18C}" sibTransId="{8793FE5E-0F24-4676-BDC1-95A8ABA8F83B}"/>
    <dgm:cxn modelId="{15A083D5-EB3B-4365-BD01-CABB25FC06E9}" type="presOf" srcId="{777EC9A0-7E08-4805-8A26-B2F4A15573F4}" destId="{FEE36518-39AA-46B1-A66C-69FD84D67B93}" srcOrd="0" destOrd="0" presId="urn:microsoft.com/office/officeart/2008/layout/VerticalCurvedList"/>
    <dgm:cxn modelId="{669593F0-CA36-45AE-8446-73B5CA2F37E1}" type="presOf" srcId="{30B519FD-4DF0-426F-AFE4-223BEE747398}" destId="{6E9288E6-1C1F-49A5-91E9-8C12B5169670}" srcOrd="0" destOrd="0" presId="urn:microsoft.com/office/officeart/2008/layout/VerticalCurvedList"/>
    <dgm:cxn modelId="{94CA8D7B-0D41-4E8D-BA48-2C4038EF2198}" type="presParOf" srcId="{FEE36518-39AA-46B1-A66C-69FD84D67B93}" destId="{93262040-B515-4BCA-8B1F-418D8119CE84}" srcOrd="0" destOrd="0" presId="urn:microsoft.com/office/officeart/2008/layout/VerticalCurvedList"/>
    <dgm:cxn modelId="{5E34895A-049F-4E47-BC34-B6F004236F22}" type="presParOf" srcId="{93262040-B515-4BCA-8B1F-418D8119CE84}" destId="{E61010DB-27F6-4ACC-9E8F-A274E7D57176}" srcOrd="0" destOrd="0" presId="urn:microsoft.com/office/officeart/2008/layout/VerticalCurvedList"/>
    <dgm:cxn modelId="{B5C70199-8E18-477E-952E-F6133E11F12E}" type="presParOf" srcId="{E61010DB-27F6-4ACC-9E8F-A274E7D57176}" destId="{8394ABAD-3FFC-4DBA-915D-BDE102B68E24}" srcOrd="0" destOrd="0" presId="urn:microsoft.com/office/officeart/2008/layout/VerticalCurvedList"/>
    <dgm:cxn modelId="{9F1F8DB1-C98E-421E-AD5A-613F727FFD8D}" type="presParOf" srcId="{E61010DB-27F6-4ACC-9E8F-A274E7D57176}" destId="{3BAF4D53-B531-4E79-9B2D-0131E4EB9D5E}" srcOrd="1" destOrd="0" presId="urn:microsoft.com/office/officeart/2008/layout/VerticalCurvedList"/>
    <dgm:cxn modelId="{C9708836-BD30-4B92-911E-38C51508FD4A}" type="presParOf" srcId="{E61010DB-27F6-4ACC-9E8F-A274E7D57176}" destId="{9D8645E0-1C54-4BC1-A974-AAAE1D1F6930}" srcOrd="2" destOrd="0" presId="urn:microsoft.com/office/officeart/2008/layout/VerticalCurvedList"/>
    <dgm:cxn modelId="{2C5BD265-8715-4AD3-B9DE-FCA9CF00896F}" type="presParOf" srcId="{E61010DB-27F6-4ACC-9E8F-A274E7D57176}" destId="{C5C0C58B-7D79-4442-804F-E81FD8307EB3}" srcOrd="3" destOrd="0" presId="urn:microsoft.com/office/officeart/2008/layout/VerticalCurvedList"/>
    <dgm:cxn modelId="{628D73EC-3C3F-405F-A8A4-8DCB34956857}" type="presParOf" srcId="{93262040-B515-4BCA-8B1F-418D8119CE84}" destId="{C8B688D7-F644-4DE4-82AF-1E173073A1B6}" srcOrd="1" destOrd="0" presId="urn:microsoft.com/office/officeart/2008/layout/VerticalCurvedList"/>
    <dgm:cxn modelId="{097DF00D-9D4F-4E46-B0E5-25425EE0199E}" type="presParOf" srcId="{93262040-B515-4BCA-8B1F-418D8119CE84}" destId="{08341DDE-D7AB-48A3-A5D8-F303913179C5}" srcOrd="2" destOrd="0" presId="urn:microsoft.com/office/officeart/2008/layout/VerticalCurvedList"/>
    <dgm:cxn modelId="{7CBD5AD2-692C-4B80-B3EE-44B70B2EE7FF}" type="presParOf" srcId="{08341DDE-D7AB-48A3-A5D8-F303913179C5}" destId="{5D70F457-6CC6-494B-AB8D-5B56CD2C877A}" srcOrd="0" destOrd="0" presId="urn:microsoft.com/office/officeart/2008/layout/VerticalCurvedList"/>
    <dgm:cxn modelId="{05766BFF-33D3-4182-9F34-A6746773252F}" type="presParOf" srcId="{93262040-B515-4BCA-8B1F-418D8119CE84}" destId="{6E9288E6-1C1F-49A5-91E9-8C12B5169670}" srcOrd="3" destOrd="0" presId="urn:microsoft.com/office/officeart/2008/layout/VerticalCurvedList"/>
    <dgm:cxn modelId="{6E5C69EE-59FB-4AB1-90D2-F968579B3785}" type="presParOf" srcId="{93262040-B515-4BCA-8B1F-418D8119CE84}" destId="{7EE6979B-FC67-4B4A-97A8-2F23F1E1322F}" srcOrd="4" destOrd="0" presId="urn:microsoft.com/office/officeart/2008/layout/VerticalCurvedList"/>
    <dgm:cxn modelId="{2DBB463A-684E-4077-B55C-99C66B851D56}" type="presParOf" srcId="{7EE6979B-FC67-4B4A-97A8-2F23F1E1322F}" destId="{6081D728-C2DD-470B-B41C-EB8241668DE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E13019-51FA-4E42-B0E5-2659E7BFB04C}" type="doc">
      <dgm:prSet loTypeId="urn:microsoft.com/office/officeart/2005/8/layout/default" loCatId="list" qsTypeId="urn:microsoft.com/office/officeart/2005/8/quickstyle/simple4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44F9E69C-D579-48F3-8F17-DE1C8604BB30}">
      <dgm:prSet phldrT="[Texto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>
              <a:srgbClr val="CC6633"/>
            </a:buClr>
            <a:buSzPct val="45000"/>
            <a:buFont typeface="Wingdings" panose="05000000000000000000" pitchFamily="2" charset="2"/>
            <a:buChar char=""/>
          </a:pPr>
          <a:r>
            <a:rPr lang="es-CO" altLang="es-C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Rolling Release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D4DD38D-2EED-4F65-A0C7-BB51F5EA332E}" type="parTrans" cxnId="{5A83F829-24C2-4AF3-B04C-0C5481772E6D}">
      <dgm:prSet/>
      <dgm:spPr/>
      <dgm:t>
        <a:bodyPr/>
        <a:lstStyle/>
        <a:p>
          <a:endParaRPr lang="en-US"/>
        </a:p>
      </dgm:t>
    </dgm:pt>
    <dgm:pt modelId="{F7532B04-B452-49A9-897E-557E962CB1EC}" type="sibTrans" cxnId="{5A83F829-24C2-4AF3-B04C-0C5481772E6D}">
      <dgm:prSet/>
      <dgm:spPr/>
      <dgm:t>
        <a:bodyPr/>
        <a:lstStyle/>
        <a:p>
          <a:endParaRPr lang="en-US"/>
        </a:p>
      </dgm:t>
    </dgm:pt>
    <dgm:pt modelId="{F9AB884B-61DC-4FC8-A157-085E37BEC991}">
      <dgm:prSet phldrT="[Texto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>
              <a:srgbClr val="CC6633"/>
            </a:buClr>
            <a:buSzPct val="45000"/>
            <a:buFont typeface="Wingdings" panose="05000000000000000000" pitchFamily="2" charset="2"/>
            <a:buChar char=""/>
          </a:pPr>
          <a:r>
            <a:rPr lang="es-CO" altLang="es-C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Arch Linux is based in the Linux kernel (6.2.8) (</a:t>
          </a:r>
          <a:r>
            <a:rPr lang="en-US" altLang="es-C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Monolithic</a:t>
          </a:r>
          <a:r>
            <a:rPr lang="es-CO" altLang="es-C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 Kernel). </a:t>
          </a:r>
          <a:r>
            <a: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[5]</a:t>
          </a:r>
          <a:r>
            <a:rPr lang="en-US" b="0" i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 </a:t>
          </a:r>
          <a:r>
            <a:rPr lang="es-CO" altLang="es-C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 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7076C63-2539-4C58-8D02-48C40AC1EDB9}" type="parTrans" cxnId="{2F852E0C-CE65-46A8-BA31-AF8ADBB5E99B}">
      <dgm:prSet/>
      <dgm:spPr/>
      <dgm:t>
        <a:bodyPr/>
        <a:lstStyle/>
        <a:p>
          <a:endParaRPr lang="en-US"/>
        </a:p>
      </dgm:t>
    </dgm:pt>
    <dgm:pt modelId="{19236B77-8D5C-4A89-8A2E-93122C7802C4}" type="sibTrans" cxnId="{2F852E0C-CE65-46A8-BA31-AF8ADBB5E99B}">
      <dgm:prSet/>
      <dgm:spPr/>
      <dgm:t>
        <a:bodyPr/>
        <a:lstStyle/>
        <a:p>
          <a:endParaRPr lang="en-US"/>
        </a:p>
      </dgm:t>
    </dgm:pt>
    <dgm:pt modelId="{20871435-AEB7-43D7-8758-E6D42140B103}">
      <dgm:prSet phldrT="[Texto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>
              <a:srgbClr val="CC6633"/>
            </a:buClr>
            <a:buSzPct val="45000"/>
            <a:buFont typeface="Wingdings" panose="05000000000000000000" pitchFamily="2" charset="2"/>
            <a:buChar char=""/>
          </a:pPr>
          <a:r>
            <a:rPr lang="en-US" altLang="es-C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Support EXT2 / EXT3 / EXT4 / XFS / JFS  file systems. </a:t>
          </a:r>
          <a:r>
            <a: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[6]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19ABECB-CAE9-4191-ADAA-CAF6E83B9F37}" type="parTrans" cxnId="{5EF27F5D-E464-4FC5-9AEB-51206DCBD5C8}">
      <dgm:prSet/>
      <dgm:spPr/>
      <dgm:t>
        <a:bodyPr/>
        <a:lstStyle/>
        <a:p>
          <a:endParaRPr lang="en-US"/>
        </a:p>
      </dgm:t>
    </dgm:pt>
    <dgm:pt modelId="{E65FCBDD-956B-4DA9-9946-8066DFA7387D}" type="sibTrans" cxnId="{5EF27F5D-E464-4FC5-9AEB-51206DCBD5C8}">
      <dgm:prSet/>
      <dgm:spPr/>
      <dgm:t>
        <a:bodyPr/>
        <a:lstStyle/>
        <a:p>
          <a:endParaRPr lang="en-US"/>
        </a:p>
      </dgm:t>
    </dgm:pt>
    <dgm:pt modelId="{0045F019-441A-442C-B170-0BBBC7A3311E}">
      <dgm:prSet phldrT="[Texto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s-CO" altLang="es-C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Arch Linux uses the GNU Compiler Collection (GCC). </a:t>
          </a:r>
          <a:r>
            <a:rPr 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[7]</a:t>
          </a:r>
          <a:r>
            <a:rPr lang="en-US" b="0" i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 </a:t>
          </a:r>
          <a:r>
            <a:rPr lang="es-CO" altLang="es-C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 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3950C30-756D-4FE2-8F97-02D202E7ACC3}" type="parTrans" cxnId="{8A7F1560-45D8-4F25-B0BE-B445312AA334}">
      <dgm:prSet/>
      <dgm:spPr/>
      <dgm:t>
        <a:bodyPr/>
        <a:lstStyle/>
        <a:p>
          <a:endParaRPr lang="en-US"/>
        </a:p>
      </dgm:t>
    </dgm:pt>
    <dgm:pt modelId="{FFD2052D-6E30-4856-95C3-948AD88CBA20}" type="sibTrans" cxnId="{8A7F1560-45D8-4F25-B0BE-B445312AA334}">
      <dgm:prSet/>
      <dgm:spPr/>
      <dgm:t>
        <a:bodyPr/>
        <a:lstStyle/>
        <a:p>
          <a:endParaRPr lang="en-US"/>
        </a:p>
      </dgm:t>
    </dgm:pt>
    <dgm:pt modelId="{C25A14C5-E03A-4562-858F-2C054489DF54}">
      <dgm:prSet phldrT="[Texto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>
              <a:srgbClr val="CC6633"/>
            </a:buClr>
            <a:buSzPct val="45000"/>
            <a:buFont typeface="Wingdings" panose="05000000000000000000" pitchFamily="2" charset="2"/>
            <a:buChar char=""/>
          </a:pPr>
          <a:r>
            <a:rPr lang="es-CO" altLang="es-C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Shell (Bash, Dash, Zsh, ksh).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41AE30A-795E-4D10-82FF-14F0FE9A9FF8}" type="parTrans" cxnId="{9078041A-1214-47D7-A97D-126B1A1EBA04}">
      <dgm:prSet/>
      <dgm:spPr/>
      <dgm:t>
        <a:bodyPr/>
        <a:lstStyle/>
        <a:p>
          <a:endParaRPr lang="en-US"/>
        </a:p>
      </dgm:t>
    </dgm:pt>
    <dgm:pt modelId="{05D0971C-40FA-4354-A3E4-0B7A2472CDB8}" type="sibTrans" cxnId="{9078041A-1214-47D7-A97D-126B1A1EBA04}">
      <dgm:prSet/>
      <dgm:spPr/>
      <dgm:t>
        <a:bodyPr/>
        <a:lstStyle/>
        <a:p>
          <a:endParaRPr lang="en-US"/>
        </a:p>
      </dgm:t>
    </dgm:pt>
    <dgm:pt modelId="{66DA5EFF-1D16-4E18-ADFE-79DFB59A893B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Use grub as a bootloader</a:t>
          </a:r>
        </a:p>
      </dgm:t>
    </dgm:pt>
    <dgm:pt modelId="{969FF19E-1260-4C73-858F-892F2C0AA0EB}" type="parTrans" cxnId="{03370A07-8F58-4FBA-A14D-8B359621DCD0}">
      <dgm:prSet/>
      <dgm:spPr/>
      <dgm:t>
        <a:bodyPr/>
        <a:lstStyle/>
        <a:p>
          <a:endParaRPr lang="en-US"/>
        </a:p>
      </dgm:t>
    </dgm:pt>
    <dgm:pt modelId="{60C2899D-6B32-44B3-B8FE-9E6CD5C44BD2}" type="sibTrans" cxnId="{03370A07-8F58-4FBA-A14D-8B359621DCD0}">
      <dgm:prSet/>
      <dgm:spPr/>
      <dgm:t>
        <a:bodyPr/>
        <a:lstStyle/>
        <a:p>
          <a:endParaRPr lang="en-US"/>
        </a:p>
      </dgm:t>
    </dgm:pt>
    <dgm:pt modelId="{54A346B0-D949-4F4B-B505-5C186BC45EF0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s-CO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X Windows System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C903D51-9D8B-4445-A820-02583FBF12F5}" type="parTrans" cxnId="{941B56B8-D0D9-41DA-851C-3FA2140AC972}">
      <dgm:prSet/>
      <dgm:spPr/>
      <dgm:t>
        <a:bodyPr/>
        <a:lstStyle/>
        <a:p>
          <a:endParaRPr lang="en-US"/>
        </a:p>
      </dgm:t>
    </dgm:pt>
    <dgm:pt modelId="{39D97037-29CE-47BC-B255-15C1015357F0}" type="sibTrans" cxnId="{941B56B8-D0D9-41DA-851C-3FA2140AC972}">
      <dgm:prSet/>
      <dgm:spPr/>
      <dgm:t>
        <a:bodyPr/>
        <a:lstStyle/>
        <a:p>
          <a:endParaRPr lang="en-US"/>
        </a:p>
      </dgm:t>
    </dgm:pt>
    <dgm:pt modelId="{DDA7B24F-0723-4A12-B712-7498AC8FDF85}" type="pres">
      <dgm:prSet presAssocID="{13E13019-51FA-4E42-B0E5-2659E7BFB04C}" presName="diagram" presStyleCnt="0">
        <dgm:presLayoutVars>
          <dgm:dir/>
          <dgm:resizeHandles val="exact"/>
        </dgm:presLayoutVars>
      </dgm:prSet>
      <dgm:spPr/>
    </dgm:pt>
    <dgm:pt modelId="{2A8F35E1-77F3-4BAB-B35B-F55D742F725D}" type="pres">
      <dgm:prSet presAssocID="{44F9E69C-D579-48F3-8F17-DE1C8604BB30}" presName="node" presStyleLbl="node1" presStyleIdx="0" presStyleCnt="7">
        <dgm:presLayoutVars>
          <dgm:bulletEnabled val="1"/>
        </dgm:presLayoutVars>
      </dgm:prSet>
      <dgm:spPr/>
    </dgm:pt>
    <dgm:pt modelId="{BB963A6C-556E-4DC8-824F-4C9C74E34F07}" type="pres">
      <dgm:prSet presAssocID="{F7532B04-B452-49A9-897E-557E962CB1EC}" presName="sibTrans" presStyleCnt="0"/>
      <dgm:spPr/>
    </dgm:pt>
    <dgm:pt modelId="{1786E680-07C5-4B07-8B80-202608F6AF94}" type="pres">
      <dgm:prSet presAssocID="{F9AB884B-61DC-4FC8-A157-085E37BEC991}" presName="node" presStyleLbl="node1" presStyleIdx="1" presStyleCnt="7">
        <dgm:presLayoutVars>
          <dgm:bulletEnabled val="1"/>
        </dgm:presLayoutVars>
      </dgm:prSet>
      <dgm:spPr/>
    </dgm:pt>
    <dgm:pt modelId="{637E2740-15CE-4E8B-A1DC-100C9BEC6C79}" type="pres">
      <dgm:prSet presAssocID="{19236B77-8D5C-4A89-8A2E-93122C7802C4}" presName="sibTrans" presStyleCnt="0"/>
      <dgm:spPr/>
    </dgm:pt>
    <dgm:pt modelId="{566800D0-25B0-4FE7-9B7D-FE7B77DF1F12}" type="pres">
      <dgm:prSet presAssocID="{20871435-AEB7-43D7-8758-E6D42140B103}" presName="node" presStyleLbl="node1" presStyleIdx="2" presStyleCnt="7">
        <dgm:presLayoutVars>
          <dgm:bulletEnabled val="1"/>
        </dgm:presLayoutVars>
      </dgm:prSet>
      <dgm:spPr/>
    </dgm:pt>
    <dgm:pt modelId="{0E748AD0-7283-4F94-9223-A181E9B342B2}" type="pres">
      <dgm:prSet presAssocID="{E65FCBDD-956B-4DA9-9946-8066DFA7387D}" presName="sibTrans" presStyleCnt="0"/>
      <dgm:spPr/>
    </dgm:pt>
    <dgm:pt modelId="{ED37100B-42B9-4F20-81CF-2E37C8B54833}" type="pres">
      <dgm:prSet presAssocID="{0045F019-441A-442C-B170-0BBBC7A3311E}" presName="node" presStyleLbl="node1" presStyleIdx="3" presStyleCnt="7" custScaleX="108661">
        <dgm:presLayoutVars>
          <dgm:bulletEnabled val="1"/>
        </dgm:presLayoutVars>
      </dgm:prSet>
      <dgm:spPr/>
    </dgm:pt>
    <dgm:pt modelId="{97A96BCA-E2BA-46A8-A597-D346D9B0EBAB}" type="pres">
      <dgm:prSet presAssocID="{FFD2052D-6E30-4856-95C3-948AD88CBA20}" presName="sibTrans" presStyleCnt="0"/>
      <dgm:spPr/>
    </dgm:pt>
    <dgm:pt modelId="{4EA523B1-769F-44F4-9C26-A4CECF5C7558}" type="pres">
      <dgm:prSet presAssocID="{C25A14C5-E03A-4562-858F-2C054489DF54}" presName="node" presStyleLbl="node1" presStyleIdx="4" presStyleCnt="7">
        <dgm:presLayoutVars>
          <dgm:bulletEnabled val="1"/>
        </dgm:presLayoutVars>
      </dgm:prSet>
      <dgm:spPr/>
    </dgm:pt>
    <dgm:pt modelId="{C6AA88FC-EE0D-4CE4-97F7-9E9C186C0FDD}" type="pres">
      <dgm:prSet presAssocID="{05D0971C-40FA-4354-A3E4-0B7A2472CDB8}" presName="sibTrans" presStyleCnt="0"/>
      <dgm:spPr/>
    </dgm:pt>
    <dgm:pt modelId="{3C0D6BBA-7D33-48F2-AD45-A41428B0434F}" type="pres">
      <dgm:prSet presAssocID="{54A346B0-D949-4F4B-B505-5C186BC45EF0}" presName="node" presStyleLbl="node1" presStyleIdx="5" presStyleCnt="7">
        <dgm:presLayoutVars>
          <dgm:bulletEnabled val="1"/>
        </dgm:presLayoutVars>
      </dgm:prSet>
      <dgm:spPr/>
    </dgm:pt>
    <dgm:pt modelId="{4E50DB31-794D-41D4-BA97-B864A41E566C}" type="pres">
      <dgm:prSet presAssocID="{39D97037-29CE-47BC-B255-15C1015357F0}" presName="sibTrans" presStyleCnt="0"/>
      <dgm:spPr/>
    </dgm:pt>
    <dgm:pt modelId="{84FEDB77-7727-4864-8114-1337B27E74AD}" type="pres">
      <dgm:prSet presAssocID="{66DA5EFF-1D16-4E18-ADFE-79DFB59A893B}" presName="node" presStyleLbl="node1" presStyleIdx="6" presStyleCnt="7">
        <dgm:presLayoutVars>
          <dgm:bulletEnabled val="1"/>
        </dgm:presLayoutVars>
      </dgm:prSet>
      <dgm:spPr/>
    </dgm:pt>
  </dgm:ptLst>
  <dgm:cxnLst>
    <dgm:cxn modelId="{03370A07-8F58-4FBA-A14D-8B359621DCD0}" srcId="{13E13019-51FA-4E42-B0E5-2659E7BFB04C}" destId="{66DA5EFF-1D16-4E18-ADFE-79DFB59A893B}" srcOrd="6" destOrd="0" parTransId="{969FF19E-1260-4C73-858F-892F2C0AA0EB}" sibTransId="{60C2899D-6B32-44B3-B8FE-9E6CD5C44BD2}"/>
    <dgm:cxn modelId="{2F852E0C-CE65-46A8-BA31-AF8ADBB5E99B}" srcId="{13E13019-51FA-4E42-B0E5-2659E7BFB04C}" destId="{F9AB884B-61DC-4FC8-A157-085E37BEC991}" srcOrd="1" destOrd="0" parTransId="{77076C63-2539-4C58-8D02-48C40AC1EDB9}" sibTransId="{19236B77-8D5C-4A89-8A2E-93122C7802C4}"/>
    <dgm:cxn modelId="{7FC98F0C-662E-43C5-AA2D-A03BF717673A}" type="presOf" srcId="{0045F019-441A-442C-B170-0BBBC7A3311E}" destId="{ED37100B-42B9-4F20-81CF-2E37C8B54833}" srcOrd="0" destOrd="0" presId="urn:microsoft.com/office/officeart/2005/8/layout/default"/>
    <dgm:cxn modelId="{9078041A-1214-47D7-A97D-126B1A1EBA04}" srcId="{13E13019-51FA-4E42-B0E5-2659E7BFB04C}" destId="{C25A14C5-E03A-4562-858F-2C054489DF54}" srcOrd="4" destOrd="0" parTransId="{E41AE30A-795E-4D10-82FF-14F0FE9A9FF8}" sibTransId="{05D0971C-40FA-4354-A3E4-0B7A2472CDB8}"/>
    <dgm:cxn modelId="{5A83F829-24C2-4AF3-B04C-0C5481772E6D}" srcId="{13E13019-51FA-4E42-B0E5-2659E7BFB04C}" destId="{44F9E69C-D579-48F3-8F17-DE1C8604BB30}" srcOrd="0" destOrd="0" parTransId="{7D4DD38D-2EED-4F65-A0C7-BB51F5EA332E}" sibTransId="{F7532B04-B452-49A9-897E-557E962CB1EC}"/>
    <dgm:cxn modelId="{5EF27F5D-E464-4FC5-9AEB-51206DCBD5C8}" srcId="{13E13019-51FA-4E42-B0E5-2659E7BFB04C}" destId="{20871435-AEB7-43D7-8758-E6D42140B103}" srcOrd="2" destOrd="0" parTransId="{419ABECB-CAE9-4191-ADAA-CAF6E83B9F37}" sibTransId="{E65FCBDD-956B-4DA9-9946-8066DFA7387D}"/>
    <dgm:cxn modelId="{8A7F1560-45D8-4F25-B0BE-B445312AA334}" srcId="{13E13019-51FA-4E42-B0E5-2659E7BFB04C}" destId="{0045F019-441A-442C-B170-0BBBC7A3311E}" srcOrd="3" destOrd="0" parTransId="{83950C30-756D-4FE2-8F97-02D202E7ACC3}" sibTransId="{FFD2052D-6E30-4856-95C3-948AD88CBA20}"/>
    <dgm:cxn modelId="{1796E265-42E8-4EF6-AC92-728F3A25EE69}" type="presOf" srcId="{66DA5EFF-1D16-4E18-ADFE-79DFB59A893B}" destId="{84FEDB77-7727-4864-8114-1337B27E74AD}" srcOrd="0" destOrd="0" presId="urn:microsoft.com/office/officeart/2005/8/layout/default"/>
    <dgm:cxn modelId="{19FA9E48-33B4-44B8-9095-CE752368E565}" type="presOf" srcId="{54A346B0-D949-4F4B-B505-5C186BC45EF0}" destId="{3C0D6BBA-7D33-48F2-AD45-A41428B0434F}" srcOrd="0" destOrd="0" presId="urn:microsoft.com/office/officeart/2005/8/layout/default"/>
    <dgm:cxn modelId="{5CB5E469-2529-47E1-A7A4-312EF05291BF}" type="presOf" srcId="{13E13019-51FA-4E42-B0E5-2659E7BFB04C}" destId="{DDA7B24F-0723-4A12-B712-7498AC8FDF85}" srcOrd="0" destOrd="0" presId="urn:microsoft.com/office/officeart/2005/8/layout/default"/>
    <dgm:cxn modelId="{5B67214C-77B2-4E13-8614-CF37C8B938FC}" type="presOf" srcId="{C25A14C5-E03A-4562-858F-2C054489DF54}" destId="{4EA523B1-769F-44F4-9C26-A4CECF5C7558}" srcOrd="0" destOrd="0" presId="urn:microsoft.com/office/officeart/2005/8/layout/default"/>
    <dgm:cxn modelId="{C0F48D9F-8E2A-4F1C-B94A-60C449F88A3B}" type="presOf" srcId="{44F9E69C-D579-48F3-8F17-DE1C8604BB30}" destId="{2A8F35E1-77F3-4BAB-B35B-F55D742F725D}" srcOrd="0" destOrd="0" presId="urn:microsoft.com/office/officeart/2005/8/layout/default"/>
    <dgm:cxn modelId="{776AB7A1-1D1A-44B0-94C0-611ABD1560AF}" type="presOf" srcId="{20871435-AEB7-43D7-8758-E6D42140B103}" destId="{566800D0-25B0-4FE7-9B7D-FE7B77DF1F12}" srcOrd="0" destOrd="0" presId="urn:microsoft.com/office/officeart/2005/8/layout/default"/>
    <dgm:cxn modelId="{941B56B8-D0D9-41DA-851C-3FA2140AC972}" srcId="{13E13019-51FA-4E42-B0E5-2659E7BFB04C}" destId="{54A346B0-D949-4F4B-B505-5C186BC45EF0}" srcOrd="5" destOrd="0" parTransId="{6C903D51-9D8B-4445-A820-02583FBF12F5}" sibTransId="{39D97037-29CE-47BC-B255-15C1015357F0}"/>
    <dgm:cxn modelId="{AD7C87CD-A08B-4B01-ACC1-F81F5B1F6823}" type="presOf" srcId="{F9AB884B-61DC-4FC8-A157-085E37BEC991}" destId="{1786E680-07C5-4B07-8B80-202608F6AF94}" srcOrd="0" destOrd="0" presId="urn:microsoft.com/office/officeart/2005/8/layout/default"/>
    <dgm:cxn modelId="{C099B1B0-835F-43AC-B348-B93540FDD1EE}" type="presParOf" srcId="{DDA7B24F-0723-4A12-B712-7498AC8FDF85}" destId="{2A8F35E1-77F3-4BAB-B35B-F55D742F725D}" srcOrd="0" destOrd="0" presId="urn:microsoft.com/office/officeart/2005/8/layout/default"/>
    <dgm:cxn modelId="{2E16B263-547C-4680-B85F-E68461DB543C}" type="presParOf" srcId="{DDA7B24F-0723-4A12-B712-7498AC8FDF85}" destId="{BB963A6C-556E-4DC8-824F-4C9C74E34F07}" srcOrd="1" destOrd="0" presId="urn:microsoft.com/office/officeart/2005/8/layout/default"/>
    <dgm:cxn modelId="{881B3250-59B3-4759-B99F-988F5F6F055E}" type="presParOf" srcId="{DDA7B24F-0723-4A12-B712-7498AC8FDF85}" destId="{1786E680-07C5-4B07-8B80-202608F6AF94}" srcOrd="2" destOrd="0" presId="urn:microsoft.com/office/officeart/2005/8/layout/default"/>
    <dgm:cxn modelId="{83F2B451-B898-4845-A651-9D9D02774133}" type="presParOf" srcId="{DDA7B24F-0723-4A12-B712-7498AC8FDF85}" destId="{637E2740-15CE-4E8B-A1DC-100C9BEC6C79}" srcOrd="3" destOrd="0" presId="urn:microsoft.com/office/officeart/2005/8/layout/default"/>
    <dgm:cxn modelId="{6603FA26-B89E-444C-A6F6-915D371F851D}" type="presParOf" srcId="{DDA7B24F-0723-4A12-B712-7498AC8FDF85}" destId="{566800D0-25B0-4FE7-9B7D-FE7B77DF1F12}" srcOrd="4" destOrd="0" presId="urn:microsoft.com/office/officeart/2005/8/layout/default"/>
    <dgm:cxn modelId="{E782C553-79FB-49AE-88C4-1AA7F457FE60}" type="presParOf" srcId="{DDA7B24F-0723-4A12-B712-7498AC8FDF85}" destId="{0E748AD0-7283-4F94-9223-A181E9B342B2}" srcOrd="5" destOrd="0" presId="urn:microsoft.com/office/officeart/2005/8/layout/default"/>
    <dgm:cxn modelId="{84CE40FF-D18F-4FAC-B3C1-B4F1BFDDBC7F}" type="presParOf" srcId="{DDA7B24F-0723-4A12-B712-7498AC8FDF85}" destId="{ED37100B-42B9-4F20-81CF-2E37C8B54833}" srcOrd="6" destOrd="0" presId="urn:microsoft.com/office/officeart/2005/8/layout/default"/>
    <dgm:cxn modelId="{DFDEEA63-8666-4A9A-AC15-BFAF1E3A2801}" type="presParOf" srcId="{DDA7B24F-0723-4A12-B712-7498AC8FDF85}" destId="{97A96BCA-E2BA-46A8-A597-D346D9B0EBAB}" srcOrd="7" destOrd="0" presId="urn:microsoft.com/office/officeart/2005/8/layout/default"/>
    <dgm:cxn modelId="{A8735E41-D703-4154-8D5B-AFEB26F18116}" type="presParOf" srcId="{DDA7B24F-0723-4A12-B712-7498AC8FDF85}" destId="{4EA523B1-769F-44F4-9C26-A4CECF5C7558}" srcOrd="8" destOrd="0" presId="urn:microsoft.com/office/officeart/2005/8/layout/default"/>
    <dgm:cxn modelId="{68252D9D-E53F-4C09-89C1-12C7AE200FB6}" type="presParOf" srcId="{DDA7B24F-0723-4A12-B712-7498AC8FDF85}" destId="{C6AA88FC-EE0D-4CE4-97F7-9E9C186C0FDD}" srcOrd="9" destOrd="0" presId="urn:microsoft.com/office/officeart/2005/8/layout/default"/>
    <dgm:cxn modelId="{F1B22B69-337F-42B2-AA53-368CF6E67793}" type="presParOf" srcId="{DDA7B24F-0723-4A12-B712-7498AC8FDF85}" destId="{3C0D6BBA-7D33-48F2-AD45-A41428B0434F}" srcOrd="10" destOrd="0" presId="urn:microsoft.com/office/officeart/2005/8/layout/default"/>
    <dgm:cxn modelId="{6AECBFA1-DE46-4F2C-A242-13672731F453}" type="presParOf" srcId="{DDA7B24F-0723-4A12-B712-7498AC8FDF85}" destId="{4E50DB31-794D-41D4-BA97-B864A41E566C}" srcOrd="11" destOrd="0" presId="urn:microsoft.com/office/officeart/2005/8/layout/default"/>
    <dgm:cxn modelId="{380AADD1-045D-430C-A78E-BBBD12D59626}" type="presParOf" srcId="{DDA7B24F-0723-4A12-B712-7498AC8FDF85}" destId="{84FEDB77-7727-4864-8114-1337B27E74AD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AF4D53-B531-4E79-9B2D-0131E4EB9D5E}">
      <dsp:nvSpPr>
        <dsp:cNvPr id="0" name=""/>
        <dsp:cNvSpPr/>
      </dsp:nvSpPr>
      <dsp:spPr>
        <a:xfrm>
          <a:off x="-2457826" y="-379601"/>
          <a:ext cx="2934796" cy="2934796"/>
        </a:xfrm>
        <a:prstGeom prst="blockArc">
          <a:avLst>
            <a:gd name="adj1" fmla="val 18900000"/>
            <a:gd name="adj2" fmla="val 2700000"/>
            <a:gd name="adj3" fmla="val 736"/>
          </a:avLst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48DA19-3ADA-4FFD-8839-93B4EE2984E6}">
      <dsp:nvSpPr>
        <dsp:cNvPr id="0" name=""/>
        <dsp:cNvSpPr/>
      </dsp:nvSpPr>
      <dsp:spPr>
        <a:xfrm>
          <a:off x="386043" y="310805"/>
          <a:ext cx="3188995" cy="6215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333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CC6633"/>
            </a:buClr>
            <a:buSzPct val="45000"/>
            <a:buFont typeface="Wingdings" panose="05000000000000000000" pitchFamily="2" charset="2"/>
            <a:buNone/>
          </a:pPr>
          <a:r>
            <a:rPr lang="en-US" sz="1500" kern="1200" dirty="0">
              <a:latin typeface="Arial" panose="020B0604020202020204" pitchFamily="34" charset="0"/>
            </a:rPr>
            <a:t>C</a:t>
          </a:r>
          <a:r>
            <a:rPr lang="en-US" sz="1500" b="0" i="0" kern="1200" dirty="0">
              <a:effectLst/>
              <a:latin typeface="Arial" panose="020B0604020202020204" pitchFamily="34" charset="0"/>
            </a:rPr>
            <a:t>ompatible machine of more than </a:t>
          </a:r>
          <a:r>
            <a:rPr lang="es-CO" sz="1500" b="0" i="0" kern="1200" dirty="0">
              <a:effectLst/>
              <a:latin typeface="Arial" panose="020B0604020202020204" pitchFamily="34" charset="0"/>
            </a:rPr>
            <a:t>512</a:t>
          </a:r>
          <a:r>
            <a:rPr lang="en-US" sz="1500" b="0" i="0" kern="1200" dirty="0">
              <a:effectLst/>
              <a:latin typeface="Arial" panose="020B0604020202020204" pitchFamily="34" charset="0"/>
            </a:rPr>
            <a:t> MB RAM.</a:t>
          </a:r>
          <a:endParaRPr lang="es-CO" sz="1500" kern="1200" dirty="0"/>
        </a:p>
      </dsp:txBody>
      <dsp:txXfrm>
        <a:off x="386043" y="310805"/>
        <a:ext cx="3188995" cy="621523"/>
      </dsp:txXfrm>
    </dsp:sp>
    <dsp:sp modelId="{5D70F457-6CC6-494B-AB8D-5B56CD2C877A}">
      <dsp:nvSpPr>
        <dsp:cNvPr id="0" name=""/>
        <dsp:cNvSpPr/>
      </dsp:nvSpPr>
      <dsp:spPr>
        <a:xfrm>
          <a:off x="124013" y="376616"/>
          <a:ext cx="524060" cy="4899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>
          <a:solidFill>
            <a:srgbClr val="FF0000"/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A520A0-C77D-4A23-947B-FFFA1D6B0D69}">
      <dsp:nvSpPr>
        <dsp:cNvPr id="0" name=""/>
        <dsp:cNvSpPr/>
      </dsp:nvSpPr>
      <dsp:spPr>
        <a:xfrm>
          <a:off x="386043" y="1243264"/>
          <a:ext cx="3188995" cy="62152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3334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>
              <a:latin typeface="Arial" panose="020B0604020202020204" pitchFamily="34" charset="0"/>
              <a:cs typeface="Arial" panose="020B0604020202020204" pitchFamily="34" charset="0"/>
            </a:rPr>
            <a:t>A basic installation should take less than </a:t>
          </a:r>
          <a:r>
            <a:rPr lang="es-CO" sz="1500" b="0" i="0" kern="120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sz="1500" b="0" i="0" kern="1200" dirty="0">
              <a:latin typeface="Arial" panose="020B0604020202020204" pitchFamily="34" charset="0"/>
              <a:cs typeface="Arial" panose="020B0604020202020204" pitchFamily="34" charset="0"/>
            </a:rPr>
            <a:t> GB of disk space.</a:t>
          </a:r>
          <a:endParaRPr lang="es-CO" sz="1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6043" y="1243264"/>
        <a:ext cx="3188995" cy="621523"/>
      </dsp:txXfrm>
    </dsp:sp>
    <dsp:sp modelId="{6081D728-C2DD-470B-B41C-EB8241668DE4}">
      <dsp:nvSpPr>
        <dsp:cNvPr id="0" name=""/>
        <dsp:cNvSpPr/>
      </dsp:nvSpPr>
      <dsp:spPr>
        <a:xfrm>
          <a:off x="124013" y="1281052"/>
          <a:ext cx="524060" cy="5459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>
          <a:solidFill>
            <a:srgbClr val="FF0000"/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AF4D53-B531-4E79-9B2D-0131E4EB9D5E}">
      <dsp:nvSpPr>
        <dsp:cNvPr id="0" name=""/>
        <dsp:cNvSpPr/>
      </dsp:nvSpPr>
      <dsp:spPr>
        <a:xfrm>
          <a:off x="-2372568" y="-366640"/>
          <a:ext cx="2833517" cy="2833517"/>
        </a:xfrm>
        <a:prstGeom prst="blockArc">
          <a:avLst>
            <a:gd name="adj1" fmla="val 18900000"/>
            <a:gd name="adj2" fmla="val 2700000"/>
            <a:gd name="adj3" fmla="val 762"/>
          </a:avLst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B688D7-F644-4DE4-82AF-1E173073A1B6}">
      <dsp:nvSpPr>
        <dsp:cNvPr id="0" name=""/>
        <dsp:cNvSpPr/>
      </dsp:nvSpPr>
      <dsp:spPr>
        <a:xfrm>
          <a:off x="372983" y="294948"/>
          <a:ext cx="3195313" cy="61017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4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CC6633"/>
            </a:buClr>
            <a:buSzPct val="45000"/>
            <a:buFont typeface="Wingdings" panose="05000000000000000000" pitchFamily="2" charset="2"/>
            <a:buNone/>
          </a:pPr>
          <a:r>
            <a:rPr lang="en-US" sz="1500" kern="1200" dirty="0">
              <a:latin typeface="Arial" panose="020B0604020202020204" pitchFamily="34" charset="0"/>
            </a:rPr>
            <a:t>C</a:t>
          </a:r>
          <a:r>
            <a:rPr lang="en-US" sz="1500" b="0" i="0" kern="1200" dirty="0">
              <a:effectLst/>
              <a:latin typeface="Arial" panose="020B0604020202020204" pitchFamily="34" charset="0"/>
            </a:rPr>
            <a:t>ompatible machine with a minimum of 1000 - 2000 MB RAM</a:t>
          </a:r>
          <a:endParaRPr lang="es-CO" sz="1500" kern="1200" dirty="0"/>
        </a:p>
      </dsp:txBody>
      <dsp:txXfrm>
        <a:off x="372983" y="294948"/>
        <a:ext cx="3195313" cy="610177"/>
      </dsp:txXfrm>
    </dsp:sp>
    <dsp:sp modelId="{5D70F457-6CC6-494B-AB8D-5B56CD2C877A}">
      <dsp:nvSpPr>
        <dsp:cNvPr id="0" name=""/>
        <dsp:cNvSpPr/>
      </dsp:nvSpPr>
      <dsp:spPr>
        <a:xfrm>
          <a:off x="136806" y="361745"/>
          <a:ext cx="472353" cy="47658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>
          <a:solidFill>
            <a:srgbClr val="FF0000"/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9288E6-1C1F-49A5-91E9-8C12B5169670}">
      <dsp:nvSpPr>
        <dsp:cNvPr id="0" name=""/>
        <dsp:cNvSpPr/>
      </dsp:nvSpPr>
      <dsp:spPr>
        <a:xfrm>
          <a:off x="372983" y="1200200"/>
          <a:ext cx="3195313" cy="59999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4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>
              <a:latin typeface="Arial" panose="020B0604020202020204" pitchFamily="34" charset="0"/>
              <a:cs typeface="Arial" panose="020B0604020202020204" pitchFamily="34" charset="0"/>
            </a:rPr>
            <a:t>A basic installation should take 10 – 20 GB of disk space</a:t>
          </a:r>
          <a:r>
            <a:rPr lang="en-US" sz="1300" b="0" i="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s-CO" sz="13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2983" y="1200200"/>
        <a:ext cx="3195313" cy="599995"/>
      </dsp:txXfrm>
    </dsp:sp>
    <dsp:sp modelId="{6081D728-C2DD-470B-B41C-EB8241668DE4}">
      <dsp:nvSpPr>
        <dsp:cNvPr id="0" name=""/>
        <dsp:cNvSpPr/>
      </dsp:nvSpPr>
      <dsp:spPr>
        <a:xfrm>
          <a:off x="136806" y="1272020"/>
          <a:ext cx="472353" cy="4563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>
          <a:solidFill>
            <a:srgbClr val="FF0000"/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8F35E1-77F3-4BAB-B35B-F55D742F725D}">
      <dsp:nvSpPr>
        <dsp:cNvPr id="0" name=""/>
        <dsp:cNvSpPr/>
      </dsp:nvSpPr>
      <dsp:spPr>
        <a:xfrm>
          <a:off x="890355" y="2533"/>
          <a:ext cx="1800535" cy="1080321"/>
        </a:xfrm>
        <a:prstGeom prst="rect">
          <a:avLst/>
        </a:prstGeom>
        <a:gradFill rotWithShape="1">
          <a:gsLst>
            <a:gs pos="0">
              <a:schemeClr val="accent6">
                <a:tint val="35000"/>
                <a:satMod val="260000"/>
              </a:schemeClr>
            </a:gs>
            <a:gs pos="30000">
              <a:schemeClr val="accent6">
                <a:tint val="38000"/>
                <a:satMod val="260000"/>
              </a:schemeClr>
            </a:gs>
            <a:gs pos="75000">
              <a:schemeClr val="accent6">
                <a:tint val="55000"/>
                <a:satMod val="255000"/>
              </a:schemeClr>
            </a:gs>
            <a:gs pos="100000">
              <a:schemeClr val="accent6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ln w="12700" cap="flat" cmpd="sng" algn="ctr">
          <a:solidFill>
            <a:schemeClr val="accent6">
              <a:shade val="70000"/>
              <a:satMod val="15000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CC6633"/>
            </a:buClr>
            <a:buSzPct val="45000"/>
            <a:buFont typeface="Wingdings" panose="05000000000000000000" pitchFamily="2" charset="2"/>
            <a:buNone/>
          </a:pPr>
          <a:r>
            <a:rPr lang="es-CO" altLang="es-CO" sz="15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Rolling Release</a:t>
          </a:r>
          <a:endParaRPr lang="en-US" sz="15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890355" y="2533"/>
        <a:ext cx="1800535" cy="1080321"/>
      </dsp:txXfrm>
    </dsp:sp>
    <dsp:sp modelId="{1786E680-07C5-4B07-8B80-202608F6AF94}">
      <dsp:nvSpPr>
        <dsp:cNvPr id="0" name=""/>
        <dsp:cNvSpPr/>
      </dsp:nvSpPr>
      <dsp:spPr>
        <a:xfrm>
          <a:off x="2870944" y="2533"/>
          <a:ext cx="1800535" cy="1080321"/>
        </a:xfrm>
        <a:prstGeom prst="rect">
          <a:avLst/>
        </a:prstGeom>
        <a:gradFill rotWithShape="1">
          <a:gsLst>
            <a:gs pos="0">
              <a:schemeClr val="accent6">
                <a:tint val="35000"/>
                <a:satMod val="260000"/>
              </a:schemeClr>
            </a:gs>
            <a:gs pos="30000">
              <a:schemeClr val="accent6">
                <a:tint val="38000"/>
                <a:satMod val="260000"/>
              </a:schemeClr>
            </a:gs>
            <a:gs pos="75000">
              <a:schemeClr val="accent6">
                <a:tint val="55000"/>
                <a:satMod val="255000"/>
              </a:schemeClr>
            </a:gs>
            <a:gs pos="100000">
              <a:schemeClr val="accent6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ln w="12700" cap="flat" cmpd="sng" algn="ctr">
          <a:solidFill>
            <a:schemeClr val="accent6">
              <a:shade val="70000"/>
              <a:satMod val="15000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CC6633"/>
            </a:buClr>
            <a:buSzPct val="45000"/>
            <a:buFont typeface="Wingdings" panose="05000000000000000000" pitchFamily="2" charset="2"/>
            <a:buNone/>
          </a:pPr>
          <a:r>
            <a:rPr lang="es-CO" altLang="es-CO" sz="15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Arch Linux is based in the Linux kernel (6.2.8) (</a:t>
          </a:r>
          <a:r>
            <a:rPr lang="en-US" altLang="es-CO" sz="15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Monolithic</a:t>
          </a:r>
          <a:r>
            <a:rPr lang="es-CO" altLang="es-CO" sz="15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 Kernel). </a:t>
          </a:r>
          <a:r>
            <a:rPr lang="en-US" sz="15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[5]</a:t>
          </a:r>
          <a:r>
            <a:rPr lang="en-US" sz="1500" b="0" i="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 </a:t>
          </a:r>
          <a:r>
            <a:rPr lang="es-CO" altLang="es-CO" sz="15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 </a:t>
          </a:r>
          <a:endParaRPr lang="en-US" sz="15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870944" y="2533"/>
        <a:ext cx="1800535" cy="1080321"/>
      </dsp:txXfrm>
    </dsp:sp>
    <dsp:sp modelId="{566800D0-25B0-4FE7-9B7D-FE7B77DF1F12}">
      <dsp:nvSpPr>
        <dsp:cNvPr id="0" name=""/>
        <dsp:cNvSpPr/>
      </dsp:nvSpPr>
      <dsp:spPr>
        <a:xfrm>
          <a:off x="812383" y="1262908"/>
          <a:ext cx="1800535" cy="1080321"/>
        </a:xfrm>
        <a:prstGeom prst="rect">
          <a:avLst/>
        </a:prstGeom>
        <a:gradFill rotWithShape="1">
          <a:gsLst>
            <a:gs pos="0">
              <a:schemeClr val="accent6">
                <a:tint val="35000"/>
                <a:satMod val="260000"/>
              </a:schemeClr>
            </a:gs>
            <a:gs pos="30000">
              <a:schemeClr val="accent6">
                <a:tint val="38000"/>
                <a:satMod val="260000"/>
              </a:schemeClr>
            </a:gs>
            <a:gs pos="75000">
              <a:schemeClr val="accent6">
                <a:tint val="55000"/>
                <a:satMod val="255000"/>
              </a:schemeClr>
            </a:gs>
            <a:gs pos="100000">
              <a:schemeClr val="accent6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ln w="12700" cap="flat" cmpd="sng" algn="ctr">
          <a:solidFill>
            <a:schemeClr val="accent6">
              <a:shade val="70000"/>
              <a:satMod val="15000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CC6633"/>
            </a:buClr>
            <a:buSzPct val="45000"/>
            <a:buFont typeface="Wingdings" panose="05000000000000000000" pitchFamily="2" charset="2"/>
            <a:buNone/>
          </a:pPr>
          <a:r>
            <a:rPr lang="en-US" altLang="es-CO" sz="15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Support EXT2 / EXT3 / EXT4 / XFS / JFS  file systems. </a:t>
          </a:r>
          <a:r>
            <a:rPr lang="en-US" sz="15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[6]</a:t>
          </a:r>
          <a:endParaRPr lang="en-US" sz="15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812383" y="1262908"/>
        <a:ext cx="1800535" cy="1080321"/>
      </dsp:txXfrm>
    </dsp:sp>
    <dsp:sp modelId="{ED37100B-42B9-4F20-81CF-2E37C8B54833}">
      <dsp:nvSpPr>
        <dsp:cNvPr id="0" name=""/>
        <dsp:cNvSpPr/>
      </dsp:nvSpPr>
      <dsp:spPr>
        <a:xfrm>
          <a:off x="2792972" y="1262908"/>
          <a:ext cx="1956480" cy="1080321"/>
        </a:xfrm>
        <a:prstGeom prst="rect">
          <a:avLst/>
        </a:prstGeom>
        <a:gradFill rotWithShape="1">
          <a:gsLst>
            <a:gs pos="0">
              <a:schemeClr val="accent6">
                <a:tint val="35000"/>
                <a:satMod val="260000"/>
              </a:schemeClr>
            </a:gs>
            <a:gs pos="30000">
              <a:schemeClr val="accent6">
                <a:tint val="38000"/>
                <a:satMod val="260000"/>
              </a:schemeClr>
            </a:gs>
            <a:gs pos="75000">
              <a:schemeClr val="accent6">
                <a:tint val="55000"/>
                <a:satMod val="255000"/>
              </a:schemeClr>
            </a:gs>
            <a:gs pos="100000">
              <a:schemeClr val="accent6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ln w="12700" cap="flat" cmpd="sng" algn="ctr">
          <a:solidFill>
            <a:schemeClr val="accent6">
              <a:shade val="70000"/>
              <a:satMod val="15000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altLang="es-CO" sz="15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Arch Linux uses the GNU Compiler Collection (GCC). </a:t>
          </a:r>
          <a:r>
            <a:rPr lang="en-US" sz="150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rPr>
            <a:t>[7]</a:t>
          </a:r>
          <a:r>
            <a:rPr lang="en-US" sz="1500" b="0" i="0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 </a:t>
          </a:r>
          <a:r>
            <a:rPr lang="es-CO" altLang="es-CO" sz="15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 </a:t>
          </a:r>
          <a:endParaRPr lang="en-US" sz="15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792972" y="1262908"/>
        <a:ext cx="1956480" cy="1080321"/>
      </dsp:txXfrm>
    </dsp:sp>
    <dsp:sp modelId="{4EA523B1-769F-44F4-9C26-A4CECF5C7558}">
      <dsp:nvSpPr>
        <dsp:cNvPr id="0" name=""/>
        <dsp:cNvSpPr/>
      </dsp:nvSpPr>
      <dsp:spPr>
        <a:xfrm>
          <a:off x="890355" y="2523283"/>
          <a:ext cx="1800535" cy="1080321"/>
        </a:xfrm>
        <a:prstGeom prst="rect">
          <a:avLst/>
        </a:prstGeom>
        <a:gradFill rotWithShape="1">
          <a:gsLst>
            <a:gs pos="0">
              <a:schemeClr val="accent6">
                <a:tint val="35000"/>
                <a:satMod val="260000"/>
              </a:schemeClr>
            </a:gs>
            <a:gs pos="30000">
              <a:schemeClr val="accent6">
                <a:tint val="38000"/>
                <a:satMod val="260000"/>
              </a:schemeClr>
            </a:gs>
            <a:gs pos="75000">
              <a:schemeClr val="accent6">
                <a:tint val="55000"/>
                <a:satMod val="255000"/>
              </a:schemeClr>
            </a:gs>
            <a:gs pos="100000">
              <a:schemeClr val="accent6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ln w="12700" cap="flat" cmpd="sng" algn="ctr">
          <a:solidFill>
            <a:schemeClr val="accent6">
              <a:shade val="70000"/>
              <a:satMod val="15000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CC6633"/>
            </a:buClr>
            <a:buSzPct val="45000"/>
            <a:buFont typeface="Wingdings" panose="05000000000000000000" pitchFamily="2" charset="2"/>
            <a:buNone/>
          </a:pPr>
          <a:r>
            <a:rPr lang="es-CO" altLang="es-CO" sz="15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rPr>
            <a:t>Shell (Bash, Dash, Zsh, ksh).</a:t>
          </a:r>
          <a:endParaRPr lang="en-US" sz="15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890355" y="2523283"/>
        <a:ext cx="1800535" cy="1080321"/>
      </dsp:txXfrm>
    </dsp:sp>
    <dsp:sp modelId="{3C0D6BBA-7D33-48F2-AD45-A41428B0434F}">
      <dsp:nvSpPr>
        <dsp:cNvPr id="0" name=""/>
        <dsp:cNvSpPr/>
      </dsp:nvSpPr>
      <dsp:spPr>
        <a:xfrm>
          <a:off x="2870944" y="2523283"/>
          <a:ext cx="1800535" cy="1080321"/>
        </a:xfrm>
        <a:prstGeom prst="rect">
          <a:avLst/>
        </a:prstGeom>
        <a:gradFill rotWithShape="1">
          <a:gsLst>
            <a:gs pos="0">
              <a:schemeClr val="accent6">
                <a:tint val="35000"/>
                <a:satMod val="260000"/>
              </a:schemeClr>
            </a:gs>
            <a:gs pos="30000">
              <a:schemeClr val="accent6">
                <a:tint val="38000"/>
                <a:satMod val="260000"/>
              </a:schemeClr>
            </a:gs>
            <a:gs pos="75000">
              <a:schemeClr val="accent6">
                <a:tint val="55000"/>
                <a:satMod val="255000"/>
              </a:schemeClr>
            </a:gs>
            <a:gs pos="100000">
              <a:schemeClr val="accent6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ln w="12700" cap="flat" cmpd="sng" algn="ctr">
          <a:solidFill>
            <a:schemeClr val="accent6">
              <a:shade val="70000"/>
              <a:satMod val="15000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X Windows System</a:t>
          </a:r>
          <a:endParaRPr lang="en-US" sz="15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70944" y="2523283"/>
        <a:ext cx="1800535" cy="1080321"/>
      </dsp:txXfrm>
    </dsp:sp>
    <dsp:sp modelId="{84FEDB77-7727-4864-8114-1337B27E74AD}">
      <dsp:nvSpPr>
        <dsp:cNvPr id="0" name=""/>
        <dsp:cNvSpPr/>
      </dsp:nvSpPr>
      <dsp:spPr>
        <a:xfrm>
          <a:off x="1919636" y="3783658"/>
          <a:ext cx="1800535" cy="1080321"/>
        </a:xfrm>
        <a:prstGeom prst="rect">
          <a:avLst/>
        </a:prstGeom>
        <a:gradFill rotWithShape="1">
          <a:gsLst>
            <a:gs pos="0">
              <a:schemeClr val="accent6">
                <a:tint val="35000"/>
                <a:satMod val="260000"/>
              </a:schemeClr>
            </a:gs>
            <a:gs pos="30000">
              <a:schemeClr val="accent6">
                <a:tint val="38000"/>
                <a:satMod val="260000"/>
              </a:schemeClr>
            </a:gs>
            <a:gs pos="75000">
              <a:schemeClr val="accent6">
                <a:tint val="55000"/>
                <a:satMod val="255000"/>
              </a:schemeClr>
            </a:gs>
            <a:gs pos="100000">
              <a:schemeClr val="accent6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ln w="12700" cap="flat" cmpd="sng" algn="ctr">
          <a:solidFill>
            <a:schemeClr val="accent6">
              <a:shade val="70000"/>
              <a:satMod val="150000"/>
            </a:schemeClr>
          </a:solidFill>
          <a:prstDash val="solid"/>
        </a:ln>
        <a:effectLst>
          <a:outerShdw blurRad="50800" dist="25000" dir="5400000" rotWithShape="0">
            <a:srgbClr val="000000">
              <a:alpha val="40000"/>
            </a:srgb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rPr>
            <a:t>Use grub as a bootloader</a:t>
          </a:r>
        </a:p>
      </dsp:txBody>
      <dsp:txXfrm>
        <a:off x="1919636" y="3783658"/>
        <a:ext cx="1800535" cy="10803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/>
          </a:p>
        </p:txBody>
      </p:sp>
      <p:sp>
        <p:nvSpPr>
          <p:cNvPr id="22531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/>
          </a:p>
        </p:txBody>
      </p:sp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686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Calibri" pitchFamily="32" charset="0"/>
                <a:ea typeface="Microsoft YaHei" charset="-122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2534" name="Rectangle 5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68825" cy="342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6150" name="Rectangle 6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3225" cy="411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s-CO" noProof="0"/>
          </a:p>
        </p:txBody>
      </p:sp>
      <p:sp>
        <p:nvSpPr>
          <p:cNvPr id="22536" name="Text Box 7"/>
          <p:cNvSpPr txBox="1">
            <a:spLocks noChangeArrowheads="1"/>
          </p:cNvSpPr>
          <p:nvPr/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/>
          </a:p>
        </p:txBody>
      </p:sp>
      <p:sp>
        <p:nvSpPr>
          <p:cNvPr id="6152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Calibri" panose="020F0502020204030204" pitchFamily="34" charset="0"/>
              </a:defRPr>
            </a:lvl1pPr>
          </a:lstStyle>
          <a:p>
            <a:fld id="{43B65A37-7ABD-457F-8E93-D8DD37A262BC}" type="slidenum">
              <a:rPr lang="es-ES" altLang="es-CO"/>
              <a:pPr/>
              <a:t>‹Nº›</a:t>
            </a:fld>
            <a:endParaRPr lang="es-ES" altLang="es-CO"/>
          </a:p>
        </p:txBody>
      </p:sp>
    </p:spTree>
    <p:extLst>
      <p:ext uri="{BB962C8B-B14F-4D97-AF65-F5344CB8AC3E}">
        <p14:creationId xmlns:p14="http://schemas.microsoft.com/office/powerpoint/2010/main" val="19517073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94CCA98F-2808-49C3-A310-21ECB6A33FD8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1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355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541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4D75468D-0F27-4356-9954-1C872F16E7CA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45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55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4D75468D-0F27-4356-9954-1C872F16E7CA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45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676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25055F62-1A8B-41DE-A967-CC3B99FEB78B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907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25055F62-1A8B-41DE-A967-CC3B99FEB78B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445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25055F62-1A8B-41DE-A967-CC3B99FEB78B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423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25055F62-1A8B-41DE-A967-CC3B99FEB78B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496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25055F62-1A8B-41DE-A967-CC3B99FEB78B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769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25055F62-1A8B-41DE-A967-CC3B99FEB78B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1150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25055F62-1A8B-41DE-A967-CC3B99FEB78B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8412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25055F62-1A8B-41DE-A967-CC3B99FEB78B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331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7A2F546D-8DFA-4FED-90EA-9AAE1464050B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68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3385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7A2F546D-8DFA-4FED-90EA-9AAE1464050B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68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8455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7A2F546D-8DFA-4FED-90EA-9AAE1464050B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68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4566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7A2F546D-8DFA-4FED-90EA-9AAE1464050B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68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129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7A2F546D-8DFA-4FED-90EA-9AAE1464050B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68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3645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9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0721431C-FB04-4459-A896-C44217915359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17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789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4F2E6F1-B8BA-46BF-B4D7-620E67ED2AAF}" type="slidenum">
              <a:rPr lang="es-ES" altLang="es-CO" sz="1200">
                <a:solidFill>
                  <a:srgbClr val="000000"/>
                </a:solidFill>
                <a:latin typeface="Calibri" panose="020F0502020204030204" pitchFamily="34" charset="0"/>
              </a:rPr>
              <a:pPr algn="r" eaLnBrk="1" hangingPunct="1">
                <a:buClrTx/>
                <a:buFontTx/>
                <a:buNone/>
              </a:pPr>
              <a:t>17</a:t>
            </a:fld>
            <a:endParaRPr lang="es-ES" altLang="es-CO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78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7236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9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fld id="{0D83DD88-09BC-44D8-831A-C2CA91FDC613}" type="slidenum">
              <a:rPr lang="es-ES" altLang="es-CO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18</a:t>
            </a:fld>
            <a:endParaRPr lang="es-ES" altLang="es-CO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891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86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513C62F-25F1-4D40-A94E-898ED4784402}" type="slidenum">
              <a:rPr lang="es-ES" altLang="es-CO" sz="1200">
                <a:solidFill>
                  <a:srgbClr val="000000"/>
                </a:solidFill>
                <a:latin typeface="Calibri" panose="020F0502020204030204" pitchFamily="34" charset="0"/>
              </a:rPr>
              <a:pPr algn="r" eaLnBrk="1" hangingPunct="1">
                <a:buClrTx/>
                <a:buFontTx/>
                <a:buNone/>
              </a:pPr>
              <a:t>18</a:t>
            </a:fld>
            <a:endParaRPr lang="es-ES" altLang="es-CO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89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715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983106C8-F5BA-4673-9340-26C960FFB384}" type="slidenum">
              <a:rPr lang="es-ES" altLang="es-CO" smtClean="0"/>
              <a:pPr/>
              <a:t>‹Nº›</a:t>
            </a:fld>
            <a:endParaRPr lang="es-ES" alt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D6D6D67-7950-4F93-997A-2F6EAC5B6DC4}" type="slidenum">
              <a:rPr lang="es-ES" altLang="es-CO" smtClean="0"/>
              <a:pPr/>
              <a:t>‹Nº›</a:t>
            </a:fld>
            <a:endParaRPr lang="es-ES" altLang="es-CO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FAA799C5-50CE-4697-8D96-1761591C81E6}" type="slidenum">
              <a:rPr lang="es-ES" altLang="es-CO" smtClean="0"/>
              <a:pPr/>
              <a:t>‹Nº›</a:t>
            </a:fld>
            <a:endParaRPr lang="es-ES" alt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4D90B-6890-4E94-9BA7-7A1383BC25EE}" type="slidenum">
              <a:rPr lang="es-ES" altLang="es-CO" smtClean="0"/>
              <a:pPr/>
              <a:t>‹Nº›</a:t>
            </a:fld>
            <a:endParaRPr lang="es-ES" altLang="es-CO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EEE4A-FD4F-4A3B-B0FC-FE88AB9C2ABB}" type="slidenum">
              <a:rPr lang="es-ES" altLang="es-CO" smtClean="0"/>
              <a:pPr/>
              <a:t>‹Nº›</a:t>
            </a:fld>
            <a:endParaRPr lang="es-ES" altLang="es-CO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865FDCF-815C-4249-8FB2-4D8540F1360D}" type="slidenum">
              <a:rPr lang="es-ES" altLang="es-CO" smtClean="0"/>
              <a:pPr/>
              <a:t>‹Nº›</a:t>
            </a:fld>
            <a:endParaRPr lang="es-ES" alt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5B1EA-A2F7-4266-9D1B-40ADC594E94A}" type="slidenum">
              <a:rPr lang="es-ES" altLang="es-CO" smtClean="0"/>
              <a:pPr/>
              <a:t>‹Nº›</a:t>
            </a:fld>
            <a:endParaRPr lang="es-ES" alt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A6BB2A6D-7E78-4CF5-9145-65DDDF1DD4F0}" type="slidenum">
              <a:rPr lang="es-ES" altLang="es-CO" smtClean="0"/>
              <a:pPr/>
              <a:t>‹Nº›</a:t>
            </a:fld>
            <a:endParaRPr lang="es-ES" altLang="es-CO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F4A47A96-285C-456E-96AF-89B6BD30EA69}" type="slidenum">
              <a:rPr lang="es-ES" altLang="es-CO" smtClean="0"/>
              <a:pPr/>
              <a:t>‹Nº›</a:t>
            </a:fld>
            <a:endParaRPr lang="es-ES" altLang="es-CO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290A9-EF10-4A57-B2EF-CEC61002616F}" type="slidenum">
              <a:rPr lang="es-ES" altLang="es-CO" smtClean="0"/>
              <a:pPr/>
              <a:t>‹Nº›</a:t>
            </a:fld>
            <a:endParaRPr lang="es-ES" alt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77B16-0920-4B91-B5EF-2AC44A18D311}" type="slidenum">
              <a:rPr lang="es-ES" altLang="es-CO" smtClean="0"/>
              <a:pPr/>
              <a:t>‹Nº›</a:t>
            </a:fld>
            <a:endParaRPr lang="es-ES" altLang="es-C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55A48639-4751-44D8-82E6-0EF0B4ED9CDB}" type="slidenum">
              <a:rPr lang="es-ES" altLang="es-CO" smtClean="0"/>
              <a:pPr/>
              <a:t>‹Nº›</a:t>
            </a:fld>
            <a:endParaRPr lang="es-ES" alt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78AA29F-206A-4606-A25F-5950555D077A}" type="slidenum">
              <a:rPr lang="es-ES" altLang="es-CO" smtClean="0"/>
              <a:pPr/>
              <a:t>‹Nº›</a:t>
            </a:fld>
            <a:endParaRPr lang="es-ES" altLang="es-CO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6B0317BB-910B-4559-BFF5-E1EE768F534A}" type="slidenum">
              <a:rPr lang="es-ES" altLang="es-CO" smtClean="0"/>
              <a:pPr/>
              <a:t>‹Nº›</a:t>
            </a:fld>
            <a:endParaRPr lang="es-ES" alt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B97B4-DA6D-485B-A065-FE7DA41A9A79}" type="slidenum">
              <a:rPr lang="es-ES" altLang="es-CO" smtClean="0"/>
              <a:pPr/>
              <a:t>‹Nº›</a:t>
            </a:fld>
            <a:endParaRPr lang="es-ES" altLang="es-CO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F7D47-03D2-412A-9B9A-CBBDDBEE2D06}" type="slidenum">
              <a:rPr lang="es-ES" altLang="es-CO" smtClean="0"/>
              <a:pPr/>
              <a:t>‹Nº›</a:t>
            </a:fld>
            <a:endParaRPr lang="es-ES" altLang="es-CO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FED64EA-0CB4-4A2F-921A-CD8E114F1494}" type="slidenum">
              <a:rPr lang="es-ES" altLang="es-CO" smtClean="0"/>
              <a:pPr/>
              <a:t>‹Nº›</a:t>
            </a:fld>
            <a:endParaRPr lang="es-ES" alt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E7B0E-F028-46F9-951F-53EE261435C8}" type="slidenum">
              <a:rPr lang="es-ES" altLang="es-CO" smtClean="0"/>
              <a:pPr/>
              <a:t>‹Nº›</a:t>
            </a:fld>
            <a:endParaRPr lang="es-ES" altLang="es-CO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C3472D6-3D9D-4A8C-B01A-D10150894D0C}" type="slidenum">
              <a:rPr lang="es-ES" altLang="es-CO" smtClean="0"/>
              <a:pPr/>
              <a:t>‹Nº›</a:t>
            </a:fld>
            <a:endParaRPr lang="es-ES" altLang="es-CO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D9966BE-B132-47D8-ACAF-A3A92FEC833D}" type="slidenum">
              <a:rPr lang="es-ES" altLang="es-CO" smtClean="0"/>
              <a:pPr/>
              <a:t>‹Nº›</a:t>
            </a:fld>
            <a:endParaRPr lang="es-ES" altLang="es-CO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8747B-E68C-40A0-8968-B9457505F26E}" type="slidenum">
              <a:rPr lang="es-ES" altLang="es-CO" smtClean="0"/>
              <a:pPr/>
              <a:t>‹Nº›</a:t>
            </a:fld>
            <a:endParaRPr lang="es-ES" altLang="es-CO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C0A3D-693F-49CC-BAD5-13F269F5B340}" type="slidenum">
              <a:rPr lang="es-ES" altLang="es-CO" smtClean="0"/>
              <a:pPr/>
              <a:t>‹Nº›</a:t>
            </a:fld>
            <a:endParaRPr lang="es-ES" altLang="es-CO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03238" y="4841875"/>
            <a:ext cx="8180387" cy="11890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28A573-B80C-4246-A53B-3102EFC055CA}" type="slidenum">
              <a:rPr lang="es-ES" altLang="es-CO"/>
              <a:pPr/>
              <a:t>‹Nº›</a:t>
            </a:fld>
            <a:endParaRPr lang="es-ES" altLang="es-CO"/>
          </a:p>
        </p:txBody>
      </p:sp>
    </p:spTree>
    <p:extLst>
      <p:ext uri="{BB962C8B-B14F-4D97-AF65-F5344CB8AC3E}">
        <p14:creationId xmlns:p14="http://schemas.microsoft.com/office/powerpoint/2010/main" val="285131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9A3C662-CC4E-41B3-8DE1-6BB6501FA49B}" type="slidenum">
              <a:rPr lang="es-ES" altLang="es-CO" smtClean="0"/>
              <a:pPr/>
              <a:t>‹Nº›</a:t>
            </a:fld>
            <a:endParaRPr lang="es-ES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sldNum="0" hdr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s-ES"/>
              <a:t>06/10/11</a:t>
            </a: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s-ES"/>
              <a:t>TIBETS - Bucaramanga 3/11/11</a:t>
            </a:r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A2CF85B-6E0D-4143-AFEB-AF64C6834727}" type="slidenum">
              <a:rPr lang="es-ES" altLang="es-CO" smtClean="0"/>
              <a:pPr/>
              <a:t>‹Nº›</a:t>
            </a:fld>
            <a:endParaRPr lang="es-ES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hyperlink" Target="https://archlinux.org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fossmint.com/why-is-arch-linux-so-challenging-what-are-pros-cons/" TargetMode="External"/><Relationship Id="rId5" Type="http://schemas.openxmlformats.org/officeDocument/2006/relationships/hyperlink" Target="https://wiki.archlinux.org/index.php/GNU_Compiler_Collection" TargetMode="External"/><Relationship Id="rId4" Type="http://schemas.openxmlformats.org/officeDocument/2006/relationships/hyperlink" Target="https://archlinux.org/download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 redondeado"/>
          <p:cNvSpPr/>
          <p:nvPr/>
        </p:nvSpPr>
        <p:spPr>
          <a:xfrm>
            <a:off x="251520" y="116632"/>
            <a:ext cx="8522310" cy="6552728"/>
          </a:xfrm>
          <a:prstGeom prst="roundRect">
            <a:avLst>
              <a:gd name="adj" fmla="val 233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3120742" y="4869160"/>
            <a:ext cx="5653088" cy="90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0" rIns="90000" bIns="468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endParaRPr lang="ca-ES" altLang="es-CO" sz="1200" b="1" dirty="0">
              <a:solidFill>
                <a:srgbClr val="79766F"/>
              </a:solidFill>
              <a:latin typeface="Arial" panose="020B0604020202020204" pitchFamily="34" charset="0"/>
              <a:cs typeface="Calibri" panose="020F0502020204030204" pitchFamily="34" charset="0"/>
            </a:endParaRPr>
          </a:p>
          <a:p>
            <a:pPr algn="r" eaLnBrk="1" hangingPunct="1">
              <a:buClrTx/>
              <a:buSzTx/>
              <a:buFontTx/>
              <a:buNone/>
            </a:pPr>
            <a:r>
              <a:rPr lang="es-ES" altLang="es-CO" sz="1200" b="1" dirty="0">
                <a:solidFill>
                  <a:schemeClr val="tx1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BASIC SCIENCES AND ENGINEERING FACULTY</a:t>
            </a:r>
          </a:p>
          <a:p>
            <a:pPr algn="r" eaLnBrk="1" hangingPunct="1">
              <a:buClrTx/>
              <a:buSzTx/>
              <a:buFontTx/>
              <a:buNone/>
            </a:pPr>
            <a:r>
              <a:rPr lang="es-ES" altLang="es-CO" sz="1200" dirty="0" err="1">
                <a:solidFill>
                  <a:schemeClr val="tx1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Course</a:t>
            </a:r>
            <a:r>
              <a:rPr lang="es-ES" altLang="es-CO" sz="1200" dirty="0">
                <a:solidFill>
                  <a:schemeClr val="tx1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: </a:t>
            </a:r>
            <a:r>
              <a:rPr lang="es-ES" altLang="es-CO" sz="1200" dirty="0" err="1">
                <a:solidFill>
                  <a:schemeClr val="tx1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Operating</a:t>
            </a:r>
            <a:r>
              <a:rPr lang="es-ES" altLang="es-CO" sz="1200" dirty="0">
                <a:solidFill>
                  <a:schemeClr val="tx1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s-ES" altLang="es-CO" sz="1200" dirty="0" err="1">
                <a:solidFill>
                  <a:schemeClr val="tx1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Systems</a:t>
            </a:r>
            <a:r>
              <a:rPr lang="es-ES" altLang="es-CO" sz="1200" dirty="0">
                <a:solidFill>
                  <a:schemeClr val="tx1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 [603402]</a:t>
            </a:r>
          </a:p>
          <a:p>
            <a:pPr algn="r" eaLnBrk="1" hangingPunct="1">
              <a:buClrTx/>
              <a:buSzTx/>
              <a:buFontTx/>
              <a:buNone/>
            </a:pPr>
            <a:r>
              <a:rPr lang="es-ES" altLang="es-CO" sz="1200" dirty="0">
                <a:solidFill>
                  <a:schemeClr val="tx1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Tel: (8)6616800 Ext. 124 Fax: (8)6616800 Ext. 141</a:t>
            </a:r>
          </a:p>
          <a:p>
            <a:pPr algn="r" eaLnBrk="1" hangingPunct="1">
              <a:buClrTx/>
              <a:buSzTx/>
              <a:buFontTx/>
              <a:buNone/>
            </a:pPr>
            <a:r>
              <a:rPr lang="es-ES" altLang="es-CO" sz="1200" dirty="0">
                <a:solidFill>
                  <a:schemeClr val="tx1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http://fcbi.unillanos.edu.co</a:t>
            </a:r>
          </a:p>
        </p:txBody>
      </p:sp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685800" y="3717032"/>
            <a:ext cx="7772400" cy="1226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es-CO" sz="1600" dirty="0">
                <a:solidFill>
                  <a:srgbClr val="33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Steven Alejandro Sánchez López – 160004734</a:t>
            </a:r>
          </a:p>
          <a:p>
            <a:pPr algn="ctr"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es-CO" sz="1600" dirty="0">
                <a:solidFill>
                  <a:srgbClr val="33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Daniel Ricardo Montero Carrillo – 160004719</a:t>
            </a:r>
          </a:p>
          <a:p>
            <a:pPr algn="ctr"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es-CO" sz="1600" dirty="0">
                <a:solidFill>
                  <a:srgbClr val="3366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2023</a:t>
            </a:r>
          </a:p>
          <a:p>
            <a:pPr algn="ctr" eaLnBrk="1" hangingPunct="1">
              <a:buClrTx/>
              <a:buFontTx/>
              <a:buNone/>
            </a:pPr>
            <a:endParaRPr lang="en-US" altLang="es-CO" sz="16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50" name="Text Box 5"/>
          <p:cNvSpPr txBox="1">
            <a:spLocks noChangeArrowheads="1"/>
          </p:cNvSpPr>
          <p:nvPr/>
        </p:nvSpPr>
        <p:spPr bwMode="auto">
          <a:xfrm>
            <a:off x="1835696" y="6033814"/>
            <a:ext cx="5219700" cy="515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100" dirty="0">
                <a:solidFill>
                  <a:schemeClr val="tx1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1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615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010994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3 Rectángulo redondeado"/>
          <p:cNvSpPr/>
          <p:nvPr/>
        </p:nvSpPr>
        <p:spPr>
          <a:xfrm>
            <a:off x="357958" y="404664"/>
            <a:ext cx="8280920" cy="316835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169" name="Text Box 1"/>
          <p:cNvSpPr txBox="1">
            <a:spLocks noChangeArrowheads="1"/>
          </p:cNvSpPr>
          <p:nvPr/>
        </p:nvSpPr>
        <p:spPr bwMode="auto">
          <a:xfrm>
            <a:off x="611560" y="2060848"/>
            <a:ext cx="7772400" cy="1072964"/>
          </a:xfrm>
          <a:prstGeom prst="rect">
            <a:avLst/>
          </a:prstGeom>
          <a:noFill/>
          <a:ln>
            <a:noFill/>
          </a:ln>
          <a:effectLst>
            <a:outerShdw blurRad="63500" dist="63500" dir="2700000" sx="110000" sy="110000" algn="tl" rotWithShape="0">
              <a:schemeClr val="bg1">
                <a:lumMod val="95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tIns="46800" rIns="45720" anchor="ctr" anchorCtr="0"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Verdana" pitchFamily="32" charset="0"/>
                <a:ea typeface="Microsoft YaHei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Verdana" pitchFamily="32" charset="0"/>
                <a:ea typeface="Microsoft YaHei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Verdana" pitchFamily="32" charset="0"/>
                <a:ea typeface="Microsoft YaHei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Verdana" pitchFamily="32" charset="0"/>
                <a:ea typeface="Microsoft YaHei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Verdana" pitchFamily="32" charset="0"/>
                <a:ea typeface="Microsoft YaHei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Verdana" pitchFamily="32" charset="0"/>
                <a:ea typeface="Microsoft YaHei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Verdana" pitchFamily="32" charset="0"/>
                <a:ea typeface="Microsoft YaHei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Verdana" pitchFamily="32" charset="0"/>
                <a:ea typeface="Microsoft YaHei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Verdana" pitchFamily="32" charset="0"/>
                <a:ea typeface="Microsoft YaHei" charset="-122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s-ES" sz="3600" b="1" dirty="0">
                <a:ln>
                  <a:prstDash val="solid"/>
                </a:ln>
                <a:solidFill>
                  <a:srgbClr val="336699"/>
                </a:solidFill>
                <a:effectLst>
                  <a:outerShdw blurRad="88000" dist="50800" dir="5040000" algn="tl">
                    <a:schemeClr val="tx1">
                      <a:alpha val="45000"/>
                    </a:schemeClr>
                  </a:outerShdw>
                </a:effectLst>
                <a:latin typeface="Arial Black" pitchFamily="34" charset="0"/>
                <a:cs typeface="Arial" charset="0"/>
              </a:rPr>
              <a:t>ARCH LINUX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D94DA96-7CBD-4B2E-AEC9-5BB79A55B0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516" y="945933"/>
            <a:ext cx="1261481" cy="126148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/>
          <p:cNvSpPr txBox="1">
            <a:spLocks noChangeArrowheads="1"/>
          </p:cNvSpPr>
          <p:nvPr/>
        </p:nvSpPr>
        <p:spPr bwMode="auto">
          <a:xfrm>
            <a:off x="468313" y="476250"/>
            <a:ext cx="8218487" cy="680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91440" rIns="90000" bIns="468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r>
              <a:rPr lang="es-ES" altLang="es-CO" sz="2800" dirty="0">
                <a:solidFill>
                  <a:srgbClr val="0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endParaRPr lang="es-ES" altLang="es-CO" sz="2800" dirty="0">
              <a:solidFill>
                <a:srgbClr val="00008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2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sp>
        <p:nvSpPr>
          <p:cNvPr id="7174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cxnSp>
        <p:nvCxnSpPr>
          <p:cNvPr id="3" name="2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4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ED6BB570-22A6-48A4-8E95-5CBBB2B76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1" y="1210846"/>
            <a:ext cx="8035290" cy="1388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algn="ctr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you know that with Arch Linux you can configure everything to your style and have the most recent version of all software that won't break your system?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443D234-EE45-4854-89C0-89F44C65E170}"/>
              </a:ext>
            </a:extLst>
          </p:cNvPr>
          <p:cNvSpPr/>
          <p:nvPr/>
        </p:nvSpPr>
        <p:spPr bwMode="auto">
          <a:xfrm>
            <a:off x="5304391" y="4840321"/>
            <a:ext cx="3228048" cy="428209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2" charset="0"/>
                <a:ea typeface="Microsoft YaHei" charset="-122"/>
              </a:rPr>
              <a:t>Keep</a:t>
            </a:r>
            <a:r>
              <a:rPr kumimoji="0" 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2" charset="0"/>
                <a:ea typeface="Microsoft YaHei" charset="-122"/>
              </a:rPr>
              <a:t>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2" charset="0"/>
                <a:ea typeface="Microsoft YaHei" charset="-122"/>
              </a:rPr>
              <a:t>It</a:t>
            </a:r>
            <a:r>
              <a:rPr kumimoji="0" lang="es-C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2" charset="0"/>
                <a:ea typeface="Microsoft YaHei" charset="-122"/>
              </a:rPr>
              <a:t> Simple, Stupid!</a:t>
            </a: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2" charset="0"/>
              <a:ea typeface="Microsoft YaHei" charset="-122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BB29A716-A110-4925-812B-8F72DF866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0072" y="3000790"/>
            <a:ext cx="3312367" cy="171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120000"/>
            </a:pPr>
            <a:r>
              <a:rPr lang="en-US" altLang="es-CO" sz="2000" dirty="0">
                <a:solidFill>
                  <a:srgbClr val="000000"/>
                </a:solidFill>
                <a:latin typeface="Arial" panose="020B0604020202020204" pitchFamily="34" charset="0"/>
              </a:rPr>
              <a:t>It targets competent Linux users by giving them complete control and responsibility over the system.</a:t>
            </a:r>
            <a:endParaRPr lang="es-CO" altLang="es-CO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032" name="Picture 8" descr="command line – Techbytes">
            <a:extLst>
              <a:ext uri="{FF2B5EF4-FFF2-40B4-BE49-F238E27FC236}">
                <a16:creationId xmlns:a16="http://schemas.microsoft.com/office/drawing/2014/main" id="{4AE8F8E2-4F11-4440-B8BE-7438861A0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2924944"/>
            <a:ext cx="4502147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4311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/>
          <p:cNvSpPr txBox="1">
            <a:spLocks noChangeArrowheads="1"/>
          </p:cNvSpPr>
          <p:nvPr/>
        </p:nvSpPr>
        <p:spPr bwMode="auto">
          <a:xfrm>
            <a:off x="468313" y="476250"/>
            <a:ext cx="8218487" cy="72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91440" rIns="90000" bIns="468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r>
              <a:rPr lang="es-ES" altLang="es-CO" sz="2800" dirty="0">
                <a:solidFill>
                  <a:srgbClr val="0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HARDWARE REQUIREMENTS</a:t>
            </a:r>
          </a:p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endParaRPr lang="es-ES" altLang="es-CO" sz="2800" dirty="0">
              <a:solidFill>
                <a:srgbClr val="00008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71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3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sp>
        <p:nvSpPr>
          <p:cNvPr id="7174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cxnSp>
        <p:nvCxnSpPr>
          <p:cNvPr id="3" name="2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4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13" name="Diagrama 12">
            <a:extLst>
              <a:ext uri="{FF2B5EF4-FFF2-40B4-BE49-F238E27FC236}">
                <a16:creationId xmlns:a16="http://schemas.microsoft.com/office/drawing/2014/main" id="{BC102640-4692-417A-A7FC-D0C421AEA7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5891184"/>
              </p:ext>
            </p:extLst>
          </p:nvPr>
        </p:nvGraphicFramePr>
        <p:xfrm>
          <a:off x="755576" y="2758144"/>
          <a:ext cx="3600400" cy="21755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6998C0B3-F1E3-44C3-AA27-0C14DB1522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0852844"/>
              </p:ext>
            </p:extLst>
          </p:nvPr>
        </p:nvGraphicFramePr>
        <p:xfrm>
          <a:off x="4893986" y="2774022"/>
          <a:ext cx="3592468" cy="2100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5" name="CuadroTexto 14">
            <a:extLst>
              <a:ext uri="{FF2B5EF4-FFF2-40B4-BE49-F238E27FC236}">
                <a16:creationId xmlns:a16="http://schemas.microsoft.com/office/drawing/2014/main" id="{87ED8EF9-3408-491D-8F57-186AB5ECE749}"/>
              </a:ext>
            </a:extLst>
          </p:cNvPr>
          <p:cNvSpPr txBox="1"/>
          <p:nvPr/>
        </p:nvSpPr>
        <p:spPr>
          <a:xfrm>
            <a:off x="5436096" y="2403621"/>
            <a:ext cx="2505814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</a:t>
            </a:r>
            <a:r>
              <a:rPr lang="es-CO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es-CO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Interface</a:t>
            </a:r>
            <a:endParaRPr lang="es-CO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EAE51C1-4EC8-4037-BE60-E124774CB2E5}"/>
              </a:ext>
            </a:extLst>
          </p:cNvPr>
          <p:cNvSpPr txBox="1"/>
          <p:nvPr/>
        </p:nvSpPr>
        <p:spPr>
          <a:xfrm>
            <a:off x="1269169" y="2403621"/>
            <a:ext cx="2710999" cy="3693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 Line Interface</a:t>
            </a:r>
            <a:endParaRPr lang="en-US" dirty="0"/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6098A56E-9F2C-4109-9EEC-173A56474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243154"/>
            <a:ext cx="7776864" cy="961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dirty="0">
                <a:solidFill>
                  <a:schemeClr val="tx1"/>
                </a:solidFill>
                <a:latin typeface="Arial" panose="020B0604020202020204" pitchFamily="34" charset="0"/>
              </a:rPr>
              <a:t>The</a:t>
            </a:r>
            <a:r>
              <a:rPr lang="es-CO" altLang="es-CO" dirty="0">
                <a:solidFill>
                  <a:schemeClr val="tx1"/>
                </a:solidFill>
                <a:latin typeface="Arial" panose="020B0604020202020204" pitchFamily="34" charset="0"/>
              </a:rPr>
              <a:t> ISO download </a:t>
            </a:r>
            <a:r>
              <a:rPr lang="en-US" altLang="es-CO" dirty="0">
                <a:solidFill>
                  <a:schemeClr val="tx1"/>
                </a:solidFill>
                <a:latin typeface="Arial" panose="020B0604020202020204" pitchFamily="34" charset="0"/>
              </a:rPr>
              <a:t>image</a:t>
            </a:r>
            <a:r>
              <a:rPr lang="es-CO" altLang="es-CO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CO" dirty="0">
                <a:solidFill>
                  <a:schemeClr val="tx1"/>
                </a:solidFill>
                <a:latin typeface="Arial" panose="020B0604020202020204" pitchFamily="34" charset="0"/>
              </a:rPr>
              <a:t>burned</a:t>
            </a:r>
            <a:r>
              <a:rPr lang="es-CO" altLang="es-CO" dirty="0">
                <a:solidFill>
                  <a:schemeClr val="tx1"/>
                </a:solidFill>
                <a:latin typeface="Arial" panose="020B0604020202020204" pitchFamily="34" charset="0"/>
              </a:rPr>
              <a:t> to a CD, </a:t>
            </a:r>
            <a:r>
              <a:rPr lang="en-US" altLang="es-CO" dirty="0">
                <a:solidFill>
                  <a:schemeClr val="tx1"/>
                </a:solidFill>
                <a:latin typeface="Arial" panose="020B0604020202020204" pitchFamily="34" charset="0"/>
              </a:rPr>
              <a:t>written</a:t>
            </a:r>
            <a:r>
              <a:rPr lang="es-CO" altLang="es-CO" dirty="0">
                <a:solidFill>
                  <a:schemeClr val="tx1"/>
                </a:solidFill>
                <a:latin typeface="Arial" panose="020B0604020202020204" pitchFamily="34" charset="0"/>
              </a:rPr>
              <a:t> to a USB flash drive </a:t>
            </a:r>
            <a:r>
              <a:rPr lang="en-US" altLang="es-CO" dirty="0">
                <a:solidFill>
                  <a:schemeClr val="tx1"/>
                </a:solidFill>
                <a:latin typeface="Arial" panose="020B0604020202020204" pitchFamily="34" charset="0"/>
              </a:rPr>
              <a:t>or</a:t>
            </a:r>
            <a:r>
              <a:rPr lang="es-CO" altLang="es-CO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CO" dirty="0">
                <a:solidFill>
                  <a:schemeClr val="tx1"/>
                </a:solidFill>
                <a:latin typeface="Arial" panose="020B0604020202020204" pitchFamily="34" charset="0"/>
              </a:rPr>
              <a:t>mounted</a:t>
            </a:r>
            <a:r>
              <a:rPr lang="es-CO" altLang="es-CO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s-CO" dirty="0">
                <a:solidFill>
                  <a:schemeClr val="tx1"/>
                </a:solidFill>
                <a:latin typeface="Arial" panose="020B0604020202020204" pitchFamily="34" charset="0"/>
              </a:rPr>
              <a:t>on</a:t>
            </a:r>
            <a:r>
              <a:rPr lang="es-CO" altLang="es-CO" dirty="0">
                <a:solidFill>
                  <a:schemeClr val="tx1"/>
                </a:solidFill>
                <a:latin typeface="Arial" panose="020B0604020202020204" pitchFamily="34" charset="0"/>
              </a:rPr>
              <a:t> a virtual machine [1].</a:t>
            </a: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dirty="0">
                <a:solidFill>
                  <a:schemeClr val="tx1"/>
                </a:solidFill>
                <a:latin typeface="Arial" panose="020B0604020202020204" pitchFamily="34" charset="0"/>
              </a:rPr>
              <a:t>Internet connection to download packages</a:t>
            </a:r>
            <a:r>
              <a:rPr lang="es-CO" altLang="es-CO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33711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>
            <a:extLst>
              <a:ext uri="{FF2B5EF4-FFF2-40B4-BE49-F238E27FC236}">
                <a16:creationId xmlns:a16="http://schemas.microsoft.com/office/drawing/2014/main" id="{81CCFBB0-30D6-447B-B8E9-92AE07F3D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224419"/>
            <a:ext cx="3959671" cy="357273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0000" tIns="45000" rIns="90000" bIns="450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n-US" altLang="es-CO" dirty="0">
                <a:solidFill>
                  <a:srgbClr val="000000"/>
                </a:solidFill>
                <a:latin typeface="Arial" panose="020B0604020202020204" pitchFamily="34" charset="0"/>
              </a:rPr>
              <a:t>Arch Official Distribution</a:t>
            </a:r>
            <a:endParaRPr lang="es-CO" altLang="es-CO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468313" y="476250"/>
            <a:ext cx="8218487" cy="490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91440" rIns="90000" bIns="468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r>
              <a:rPr lang="es-ES" altLang="es-CO" sz="2800" dirty="0">
                <a:solidFill>
                  <a:srgbClr val="0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SUPPORTED HARDWARE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4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cxnSp>
        <p:nvCxnSpPr>
          <p:cNvPr id="12" name="11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1A60C3FE-C6CC-486E-8D7B-8D81B69E1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686" y="1792924"/>
            <a:ext cx="3447266" cy="26448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90000" tIns="45000" rIns="90000" bIns="450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n-US" altLang="es-CO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The x86_64 </a:t>
            </a:r>
          </a:p>
          <a:p>
            <a:pPr marL="285750" indent="-285750" eaLnBrk="1" hangingPunct="1">
              <a:spcBef>
                <a:spcPts val="250"/>
              </a:spcBef>
              <a:buClr>
                <a:srgbClr val="CC6633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s-CO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Supports up to 16 EB of RAM and its 64 bits bus allows parallel transmit of large data amounts [2].</a:t>
            </a:r>
          </a:p>
          <a:p>
            <a:pPr marL="285750" indent="-285750" eaLnBrk="1" hangingPunct="1">
              <a:spcBef>
                <a:spcPts val="250"/>
              </a:spcBef>
              <a:buClr>
                <a:srgbClr val="CC6633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s-CO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Both 32-bit and 64 bit software</a:t>
            </a:r>
          </a:p>
          <a:p>
            <a:pPr marL="285750" indent="-285750" eaLnBrk="1" hangingPunct="1">
              <a:spcBef>
                <a:spcPts val="250"/>
              </a:spcBef>
              <a:buClr>
                <a:srgbClr val="CC6633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s-CO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Desktops, Laptops and Servers </a:t>
            </a: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110000"/>
            </a:pPr>
            <a:endParaRPr lang="en-US" altLang="es-CO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0D1F4852-0ABC-47CD-A90F-12B1755F8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9" y="1224419"/>
            <a:ext cx="3816422" cy="357273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0000" tIns="45000" rIns="90000" bIns="450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algn="r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n-US" altLang="es-CO" dirty="0">
                <a:solidFill>
                  <a:srgbClr val="000000"/>
                </a:solidFill>
                <a:latin typeface="Arial" panose="020B0604020202020204" pitchFamily="34" charset="0"/>
              </a:rPr>
              <a:t>Arch-Based Distributions</a:t>
            </a:r>
            <a:endParaRPr lang="es-CO" altLang="es-CO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04AFDB56-AD44-4183-9196-D42594DED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1792924"/>
            <a:ext cx="3272607" cy="26448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lIns="90000" tIns="45000" rIns="90000" bIns="450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s-CO" altLang="es-CO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ARMv7 (Arch Linux ARM)</a:t>
            </a:r>
          </a:p>
          <a:p>
            <a:pPr marL="285750" indent="-285750" eaLnBrk="1" hangingPunct="1">
              <a:spcBef>
                <a:spcPts val="250"/>
              </a:spcBef>
              <a:buClr>
                <a:srgbClr val="CC6633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s-CO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Embedded systems and Single Board Computers	</a:t>
            </a: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110000"/>
            </a:pPr>
            <a:r>
              <a:rPr lang="en-US" altLang="es-CO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I686 (Arch Linux 32)</a:t>
            </a:r>
          </a:p>
          <a:p>
            <a:pPr marL="285750" indent="-285750" eaLnBrk="1" hangingPunct="1">
              <a:spcBef>
                <a:spcPts val="250"/>
              </a:spcBef>
              <a:buClr>
                <a:srgbClr val="CC6633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altLang="es-CO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Older desktop computers and  some embedded systems</a:t>
            </a: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110000"/>
            </a:pPr>
            <a:r>
              <a:rPr lang="en-US" altLang="es-CO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……[3]</a:t>
            </a:r>
          </a:p>
        </p:txBody>
      </p:sp>
      <p:sp>
        <p:nvSpPr>
          <p:cNvPr id="2" name="Flecha: cheurón 1">
            <a:extLst>
              <a:ext uri="{FF2B5EF4-FFF2-40B4-BE49-F238E27FC236}">
                <a16:creationId xmlns:a16="http://schemas.microsoft.com/office/drawing/2014/main" id="{5F7316F9-817D-4909-A2CC-20DAC4AD4F61}"/>
              </a:ext>
            </a:extLst>
          </p:cNvPr>
          <p:cNvSpPr/>
          <p:nvPr/>
        </p:nvSpPr>
        <p:spPr>
          <a:xfrm>
            <a:off x="6230222" y="4682377"/>
            <a:ext cx="2333123" cy="694460"/>
          </a:xfrm>
          <a:prstGeom prst="chevro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Not Supported </a:t>
            </a:r>
          </a:p>
        </p:txBody>
      </p:sp>
      <p:sp>
        <p:nvSpPr>
          <p:cNvPr id="17" name="Flecha: cheurón 16">
            <a:extLst>
              <a:ext uri="{FF2B5EF4-FFF2-40B4-BE49-F238E27FC236}">
                <a16:creationId xmlns:a16="http://schemas.microsoft.com/office/drawing/2014/main" id="{DC0673A5-626D-493A-AB7A-D0C45B1D1C0F}"/>
              </a:ext>
            </a:extLst>
          </p:cNvPr>
          <p:cNvSpPr/>
          <p:nvPr/>
        </p:nvSpPr>
        <p:spPr>
          <a:xfrm>
            <a:off x="2248140" y="4617451"/>
            <a:ext cx="2202255" cy="718807"/>
          </a:xfrm>
          <a:prstGeom prst="chevron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Supported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468313" y="476250"/>
            <a:ext cx="8218487" cy="648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91440" rIns="90000" bIns="468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r>
              <a:rPr lang="es-ES" altLang="es-CO" sz="2800" dirty="0">
                <a:solidFill>
                  <a:srgbClr val="0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TECHNICAL FEATURES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5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cxnSp>
        <p:nvCxnSpPr>
          <p:cNvPr id="12" name="11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440658DD-565D-49E5-A27B-597EB9EC50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2004182"/>
              </p:ext>
            </p:extLst>
          </p:nvPr>
        </p:nvGraphicFramePr>
        <p:xfrm>
          <a:off x="268986" y="1244271"/>
          <a:ext cx="5561836" cy="48665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Diagrama de flujo: proceso 9">
            <a:extLst>
              <a:ext uri="{FF2B5EF4-FFF2-40B4-BE49-F238E27FC236}">
                <a16:creationId xmlns:a16="http://schemas.microsoft.com/office/drawing/2014/main" id="{4AC03B6D-533F-43A0-990D-429F9A5AC36B}"/>
              </a:ext>
            </a:extLst>
          </p:cNvPr>
          <p:cNvSpPr/>
          <p:nvPr/>
        </p:nvSpPr>
        <p:spPr bwMode="auto">
          <a:xfrm>
            <a:off x="5338167" y="1334155"/>
            <a:ext cx="3266281" cy="2315068"/>
          </a:xfrm>
          <a:prstGeom prst="flowChartProcess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n-US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Pacman is the package manager of Arch Linux.</a:t>
            </a:r>
          </a:p>
          <a:p>
            <a:pPr algn="ctr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Pacman is able to automatically download, install all the necessary packages and .pkg.tar.xz is its packaging format. </a:t>
            </a:r>
            <a:r>
              <a:rPr lang="en-US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[4]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algn="ctr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n-US" sz="18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ctr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n-US" sz="18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6CBEF70-AD0D-458C-8BDB-2965FE44818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5266" t="3835" r="2046" b="8460"/>
          <a:stretch/>
        </p:blipFill>
        <p:spPr>
          <a:xfrm>
            <a:off x="5830822" y="3650314"/>
            <a:ext cx="2089281" cy="131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600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468313" y="476250"/>
            <a:ext cx="8218487" cy="532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91440" rIns="90000" bIns="468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r>
              <a:rPr lang="es-ES" altLang="es-CO" sz="2800" dirty="0">
                <a:solidFill>
                  <a:srgbClr val="0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FUNCTIONAL APPROACH</a:t>
            </a:r>
          </a:p>
        </p:txBody>
      </p:sp>
      <p:sp>
        <p:nvSpPr>
          <p:cNvPr id="10244" name="Text Box 3"/>
          <p:cNvSpPr txBox="1">
            <a:spLocks noChangeArrowheads="1"/>
          </p:cNvSpPr>
          <p:nvPr/>
        </p:nvSpPr>
        <p:spPr bwMode="auto">
          <a:xfrm>
            <a:off x="836428" y="1175544"/>
            <a:ext cx="6840537" cy="393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algn="just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s-CO" altLang="es-CO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dirty="0">
                <a:solidFill>
                  <a:srgbClr val="000000"/>
                </a:solidFill>
                <a:latin typeface="Arial" panose="020B0604020202020204" pitchFamily="34" charset="0"/>
              </a:rPr>
              <a:t>Defines simplicity as without unnecessary additions or modifications.</a:t>
            </a:r>
          </a:p>
          <a:p>
            <a:pPr marL="0" indent="0" algn="just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s-CO" altLang="es-CO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dirty="0">
                <a:solidFill>
                  <a:srgbClr val="000000"/>
                </a:solidFill>
                <a:latin typeface="Arial" panose="020B0604020202020204" pitchFamily="34" charset="0"/>
              </a:rPr>
              <a:t>Design decisions are made on a case-by-case basis through developer consensus.</a:t>
            </a:r>
          </a:p>
          <a:p>
            <a:pPr marL="0" indent="0" algn="just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s-CO" altLang="es-CO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dirty="0">
                <a:solidFill>
                  <a:srgbClr val="000000"/>
                </a:solidFill>
                <a:latin typeface="Arial" panose="020B0604020202020204" pitchFamily="34" charset="0"/>
              </a:rPr>
              <a:t>The distribution is intended for experienced GNU/Linux users, or anyone with a do-it-yourself attitude who is willing to read the documentation and solve problems themselves.</a:t>
            </a: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n-US" altLang="es-CO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dirty="0">
                <a:solidFill>
                  <a:srgbClr val="000000"/>
                </a:solidFill>
                <a:latin typeface="Arial" panose="020B0604020202020204" pitchFamily="34" charset="0"/>
              </a:rPr>
              <a:t>Encourage users to perform most of the system configurations from the shell and a text editor [8].</a:t>
            </a: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s-CO" altLang="es-CO" dirty="0">
              <a:solidFill>
                <a:srgbClr val="000000"/>
              </a:solidFill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6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cxnSp>
        <p:nvCxnSpPr>
          <p:cNvPr id="12" name="11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71952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468313" y="476250"/>
            <a:ext cx="8218487" cy="936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91440" rIns="90000" bIns="468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r>
              <a:rPr lang="es-ES" altLang="es-CO" sz="2800" dirty="0">
                <a:solidFill>
                  <a:srgbClr val="0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APPLICATIONS AND SERVICES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7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cxnSp>
        <p:nvCxnSpPr>
          <p:cNvPr id="12" name="11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840B5380-3E17-4D46-A8B7-0BC00E0EC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916396"/>
              </p:ext>
            </p:extLst>
          </p:nvPr>
        </p:nvGraphicFramePr>
        <p:xfrm>
          <a:off x="611559" y="1397000"/>
          <a:ext cx="7737102" cy="4048224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579034">
                  <a:extLst>
                    <a:ext uri="{9D8B030D-6E8A-4147-A177-3AD203B41FA5}">
                      <a16:colId xmlns:a16="http://schemas.microsoft.com/office/drawing/2014/main" val="3246617365"/>
                    </a:ext>
                  </a:extLst>
                </a:gridCol>
                <a:gridCol w="2579034">
                  <a:extLst>
                    <a:ext uri="{9D8B030D-6E8A-4147-A177-3AD203B41FA5}">
                      <a16:colId xmlns:a16="http://schemas.microsoft.com/office/drawing/2014/main" val="1159158534"/>
                    </a:ext>
                  </a:extLst>
                </a:gridCol>
                <a:gridCol w="2579034">
                  <a:extLst>
                    <a:ext uri="{9D8B030D-6E8A-4147-A177-3AD203B41FA5}">
                      <a16:colId xmlns:a16="http://schemas.microsoft.com/office/drawing/2014/main" val="3998702547"/>
                    </a:ext>
                  </a:extLst>
                </a:gridCol>
              </a:tblGrid>
              <a:tr h="591840">
                <a:tc>
                  <a:txBody>
                    <a:bodyPr/>
                    <a:lstStyle/>
                    <a:p>
                      <a:r>
                        <a:rPr 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Multimedia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u="non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Utilities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143473"/>
                  </a:ext>
                </a:extLst>
              </a:tr>
              <a:tr h="1440160">
                <a:tc>
                  <a:txBody>
                    <a:bodyPr/>
                    <a:lstStyle/>
                    <a:p>
                      <a:pPr marL="342900" indent="-34290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sz="1600" dirty="0"/>
                        <a:t>Network Connection</a:t>
                      </a:r>
                    </a:p>
                    <a:p>
                      <a:pPr marL="342900" indent="-34290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sz="1600" dirty="0"/>
                        <a:t>Web Browsers</a:t>
                      </a:r>
                    </a:p>
                    <a:p>
                      <a:pPr marL="342900" indent="-34290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sz="1600" dirty="0"/>
                        <a:t>Web Servers</a:t>
                      </a:r>
                    </a:p>
                    <a:p>
                      <a:pPr marL="0" indent="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None/>
                      </a:pP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Codecs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Image, Audio and Video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Media 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Terminal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Files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715245"/>
                  </a:ext>
                </a:extLst>
              </a:tr>
              <a:tr h="640184">
                <a:tc>
                  <a:txBody>
                    <a:bodyPr/>
                    <a:lstStyle/>
                    <a:p>
                      <a:r>
                        <a:rPr lang="en-US" sz="2000" b="1" u="non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Documents</a:t>
                      </a:r>
                      <a:endParaRPr lang="en-US" b="1" u="non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Security</a:t>
                      </a:r>
                      <a:endParaRPr lang="en-US" b="1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Science</a:t>
                      </a:r>
                      <a:endParaRPr lang="en-US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368187"/>
                  </a:ext>
                </a:extLst>
              </a:tr>
              <a:tr h="1376040"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Text Editors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Office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Markup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Network Security</a:t>
                      </a:r>
                    </a:p>
                    <a:p>
                      <a:pPr marL="342900" indent="-34290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Firewall Management</a:t>
                      </a:r>
                    </a:p>
                    <a:p>
                      <a:pPr marL="342900" indent="-34290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Cryptography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Mathematics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Physics</a:t>
                      </a:r>
                    </a:p>
                    <a:p>
                      <a:pPr marL="285750" indent="-285750">
                        <a:buClr>
                          <a:schemeClr val="accent1"/>
                        </a:buClr>
                        <a:buSzPct val="110000"/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Chemistry [9]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310723"/>
                  </a:ext>
                </a:extLst>
              </a:tr>
            </a:tbl>
          </a:graphicData>
        </a:graphic>
      </p:graphicFrame>
      <p:pic>
        <p:nvPicPr>
          <p:cNvPr id="21" name="Imagen 20">
            <a:extLst>
              <a:ext uri="{FF2B5EF4-FFF2-40B4-BE49-F238E27FC236}">
                <a16:creationId xmlns:a16="http://schemas.microsoft.com/office/drawing/2014/main" id="{9F378811-30E4-417D-BCAA-CFFA753228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033" y="1408055"/>
            <a:ext cx="647666" cy="62778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6984F877-527D-4410-A2F0-38E56E40F8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407" y="1397000"/>
            <a:ext cx="793466" cy="56103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14CB215-C9AE-460E-8E31-AC7A3D5D77C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35" y="1285961"/>
            <a:ext cx="793466" cy="79346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EACA326F-845E-4952-8284-A0C6A2BE081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378" y="3457656"/>
            <a:ext cx="552976" cy="552976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38FF767E-498D-407F-AF0F-85F972572D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24" y="3461559"/>
            <a:ext cx="581632" cy="617477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BDAE2AC1-3BA1-4350-A704-229029FE6D1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748" y="3443899"/>
            <a:ext cx="620087" cy="58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6061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468313" y="476250"/>
            <a:ext cx="8218487" cy="720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91440" rIns="90000" bIns="468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r>
              <a:rPr lang="es-ES" altLang="es-CO" sz="2800" dirty="0">
                <a:solidFill>
                  <a:srgbClr val="0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LICENSE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8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cxnSp>
        <p:nvCxnSpPr>
          <p:cNvPr id="12" name="11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Text Box 3">
            <a:extLst>
              <a:ext uri="{FF2B5EF4-FFF2-40B4-BE49-F238E27FC236}">
                <a16:creationId xmlns:a16="http://schemas.microsoft.com/office/drawing/2014/main" id="{1EDFA2D4-8C5B-4FF4-88A3-7FD7F89FD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439863"/>
            <a:ext cx="6840537" cy="393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algn="just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s-CO" altLang="es-CO" sz="2000" dirty="0">
              <a:solidFill>
                <a:srgbClr val="000000"/>
              </a:solidFill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altLang="es-CO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Archlinux is a GNU system.</a:t>
            </a: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GNU is entirely free software</a:t>
            </a:r>
            <a:r>
              <a:rPr lang="es-CO" altLang="es-CO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a GPL (General Public License).</a:t>
            </a: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s-CO" altLang="es-CO" sz="2000" dirty="0">
              <a:solidFill>
                <a:srgbClr val="000000"/>
              </a:solidFill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6593C74-5DA9-4484-B5F9-8A0CCF8BE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0096" y="3252575"/>
            <a:ext cx="2843808" cy="141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23017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268986" y="155370"/>
            <a:ext cx="8218487" cy="622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91440" rIns="90000" bIns="468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r>
              <a:rPr lang="es-ES" altLang="es-CO" sz="2800" dirty="0">
                <a:solidFill>
                  <a:srgbClr val="0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ACQUISITION METHODS AND COST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9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cxnSp>
        <p:nvCxnSpPr>
          <p:cNvPr id="12" name="11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C9BB90F-D42A-44D6-8940-0AD44BA99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1904222"/>
            <a:ext cx="2671486" cy="130606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257BEA1-11F1-4CD7-B35E-8B4CD267A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0801" y="1364154"/>
            <a:ext cx="1694965" cy="293496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C4A3A2BF-B125-434D-8ED2-EF3748A98B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0815" y="806711"/>
            <a:ext cx="5797848" cy="330217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6FEEA41-BEA2-4348-9404-6F55A59B8E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5776" y="4398060"/>
            <a:ext cx="2745217" cy="113511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F39BD39D-F1AC-46C9-A682-4A07732F15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3424" y="4413073"/>
            <a:ext cx="2812342" cy="1186328"/>
          </a:xfrm>
          <a:prstGeom prst="rect">
            <a:avLst/>
          </a:prstGeom>
        </p:spPr>
      </p:pic>
      <p:sp>
        <p:nvSpPr>
          <p:cNvPr id="33" name="Flecha: a la derecha 32">
            <a:extLst>
              <a:ext uri="{FF2B5EF4-FFF2-40B4-BE49-F238E27FC236}">
                <a16:creationId xmlns:a16="http://schemas.microsoft.com/office/drawing/2014/main" id="{C86205E9-B220-4B86-8371-23A753449C5A}"/>
              </a:ext>
            </a:extLst>
          </p:cNvPr>
          <p:cNvSpPr/>
          <p:nvPr/>
        </p:nvSpPr>
        <p:spPr>
          <a:xfrm>
            <a:off x="932422" y="3934510"/>
            <a:ext cx="1575795" cy="1258678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ISO file</a:t>
            </a:r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53D207F3-5016-49B4-8AFA-C3191407B0F5}"/>
              </a:ext>
            </a:extLst>
          </p:cNvPr>
          <p:cNvSpPr/>
          <p:nvPr/>
        </p:nvSpPr>
        <p:spPr>
          <a:xfrm>
            <a:off x="932422" y="2303955"/>
            <a:ext cx="1694965" cy="1258678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HTTP downloads</a:t>
            </a:r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F73101B6-B8F0-4108-B75E-18E6DE1AACD7}"/>
              </a:ext>
            </a:extLst>
          </p:cNvPr>
          <p:cNvSpPr/>
          <p:nvPr/>
        </p:nvSpPr>
        <p:spPr>
          <a:xfrm>
            <a:off x="932423" y="763826"/>
            <a:ext cx="1694965" cy="1258678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Download Section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908B988F-93C6-4D7C-8656-EE4BB5962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2687" y="5172946"/>
            <a:ext cx="671746" cy="494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120000"/>
            </a:pPr>
            <a:r>
              <a:rPr lang="en-US" altLang="es-CO" sz="2000" dirty="0">
                <a:solidFill>
                  <a:srgbClr val="000000"/>
                </a:solidFill>
                <a:latin typeface="Arial" panose="020B0604020202020204" pitchFamily="34" charset="0"/>
              </a:rPr>
              <a:t>[10]</a:t>
            </a:r>
            <a:endParaRPr lang="es-CO" altLang="es-CO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2440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468313" y="476250"/>
            <a:ext cx="8218487" cy="792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91440" rIns="90000" bIns="468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r>
              <a:rPr lang="es-ES" altLang="es-CO" sz="2800" dirty="0">
                <a:solidFill>
                  <a:srgbClr val="0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ADVANTAGES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10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cxnSp>
        <p:nvCxnSpPr>
          <p:cNvPr id="12" name="11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5CA6A321-8EEB-45C0-96C8-CF5AE54A4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94" y="908011"/>
            <a:ext cx="7696012" cy="453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algn="just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n-US" altLang="es-CO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dirty="0">
                <a:solidFill>
                  <a:srgbClr val="000000"/>
                </a:solidFill>
                <a:latin typeface="Arial" panose="020B0604020202020204" pitchFamily="34" charset="0"/>
              </a:rPr>
              <a:t>The Arch allows you to develop your OS to your taste. If you are able to achieve this, you will end up with a system that will be able to do exactly as you wish.</a:t>
            </a:r>
          </a:p>
          <a:p>
            <a:pPr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dirty="0">
                <a:solidFill>
                  <a:srgbClr val="000000"/>
                </a:solidFill>
                <a:latin typeface="Arial" panose="020B0604020202020204" pitchFamily="34" charset="0"/>
              </a:rPr>
              <a:t>The Arch Wiki is a super library of everything you need to know about the installation and maintenance of every component in the Linux system.</a:t>
            </a: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n-US" altLang="es-CO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dirty="0">
                <a:solidFill>
                  <a:srgbClr val="000000"/>
                </a:solidFill>
                <a:latin typeface="Arial" panose="020B0604020202020204" pitchFamily="34" charset="0"/>
              </a:rPr>
              <a:t>The AUR is maintained by users who compile and install packages. Users can vote on packages which give them higher rankings that make them more visible.</a:t>
            </a:r>
          </a:p>
          <a:p>
            <a:pPr marL="0" indent="0" algn="just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n-US" altLang="es-CO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dirty="0">
                <a:solidFill>
                  <a:srgbClr val="000000"/>
                </a:solidFill>
                <a:latin typeface="Arial" panose="020B0604020202020204" pitchFamily="34" charset="0"/>
              </a:rPr>
              <a:t>Archinstall is a helper library which automates the installation. It is packaged with different pre-configured installers, such as a "guided" installer [11].</a:t>
            </a: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n-US" altLang="es-CO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s-CO" altLang="es-CO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028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468313" y="476250"/>
            <a:ext cx="8218487" cy="720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91440" rIns="90000" bIns="468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r>
              <a:rPr lang="es-ES" altLang="es-CO" sz="2800" dirty="0">
                <a:solidFill>
                  <a:srgbClr val="0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DISADVANTAGES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11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cxnSp>
        <p:nvCxnSpPr>
          <p:cNvPr id="12" name="11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FC30D0C9-8985-49BE-9AB9-F84065027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828" y="1196751"/>
            <a:ext cx="7830343" cy="4248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algn="just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s-CO" altLang="es-CO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sz="2000" dirty="0">
                <a:solidFill>
                  <a:srgbClr val="000000"/>
                </a:solidFill>
                <a:latin typeface="Arial" panose="020B0604020202020204" pitchFamily="34" charset="0"/>
              </a:rPr>
              <a:t>The installation of the operating system is a complicated process</a:t>
            </a: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n-US" altLang="es-CO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sz="2000" dirty="0">
                <a:solidFill>
                  <a:srgbClr val="000000"/>
                </a:solidFill>
                <a:latin typeface="Arial" panose="020B0604020202020204" pitchFamily="34" charset="0"/>
              </a:rPr>
              <a:t>You</a:t>
            </a:r>
            <a:r>
              <a:rPr lang="es-CO" altLang="es-CO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s-CO" sz="2000" dirty="0">
                <a:solidFill>
                  <a:srgbClr val="000000"/>
                </a:solidFill>
                <a:latin typeface="Arial" panose="020B0604020202020204" pitchFamily="34" charset="0"/>
              </a:rPr>
              <a:t>must</a:t>
            </a:r>
            <a:r>
              <a:rPr lang="es-CO" altLang="es-CO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s-CO" sz="2000" dirty="0">
                <a:solidFill>
                  <a:srgbClr val="000000"/>
                </a:solidFill>
                <a:latin typeface="Arial" panose="020B0604020202020204" pitchFamily="34" charset="0"/>
              </a:rPr>
              <a:t>know</a:t>
            </a:r>
            <a:r>
              <a:rPr lang="es-CO" altLang="es-CO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s-CO" sz="2000" dirty="0">
                <a:solidFill>
                  <a:srgbClr val="000000"/>
                </a:solidFill>
                <a:latin typeface="Arial" panose="020B0604020202020204" pitchFamily="34" charset="0"/>
              </a:rPr>
              <a:t>your</a:t>
            </a:r>
            <a:r>
              <a:rPr lang="es-CO" altLang="es-CO" sz="2000" dirty="0">
                <a:solidFill>
                  <a:srgbClr val="000000"/>
                </a:solidFill>
                <a:latin typeface="Arial" panose="020B0604020202020204" pitchFamily="34" charset="0"/>
              </a:rPr>
              <a:t> hardware.</a:t>
            </a:r>
          </a:p>
          <a:p>
            <a:pPr marL="0" indent="0" algn="just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n-US" altLang="es-CO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sz="2000" dirty="0">
                <a:solidFill>
                  <a:srgbClr val="000000"/>
                </a:solidFill>
                <a:latin typeface="Arial" panose="020B0604020202020204" pitchFamily="34" charset="0"/>
              </a:rPr>
              <a:t>You will need to have an understanding of various terminal commands and the components you will be working with since you are to pick them yourself [12].</a:t>
            </a:r>
            <a:endParaRPr lang="es-CO" altLang="es-CO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s-CO" altLang="es-CO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sz="2000" dirty="0">
                <a:solidFill>
                  <a:srgbClr val="000000"/>
                </a:solidFill>
                <a:latin typeface="Arial" panose="020B0604020202020204" pitchFamily="34" charset="0"/>
              </a:rPr>
              <a:t>Arch is only officially supported with x86_64 architecture.</a:t>
            </a:r>
            <a:endParaRPr lang="es-CO" altLang="es-CO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s-CO" altLang="es-CO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n-US" altLang="es-CO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 algn="just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s-CO" altLang="es-CO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s-CO" altLang="es-CO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s-CO" altLang="es-CO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s-CO" altLang="es-CO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9606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"/>
          <p:cNvSpPr txBox="1">
            <a:spLocks noChangeArrowheads="1"/>
          </p:cNvSpPr>
          <p:nvPr/>
        </p:nvSpPr>
        <p:spPr bwMode="auto">
          <a:xfrm>
            <a:off x="462756" y="476251"/>
            <a:ext cx="8218487" cy="648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91440" rIns="90000" bIns="468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r>
              <a:rPr lang="es-ES" altLang="es-CO" sz="2800" dirty="0">
                <a:solidFill>
                  <a:srgbClr val="0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DEVELOPER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12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cxnSp>
        <p:nvCxnSpPr>
          <p:cNvPr id="12" name="11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674F3067-7CB7-4BF1-8C64-1E3075A3D1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452" y="1043131"/>
            <a:ext cx="7687096" cy="4722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sz="1400" dirty="0">
                <a:solidFill>
                  <a:srgbClr val="000000"/>
                </a:solidFill>
                <a:latin typeface="Arial" panose="020B0604020202020204" pitchFamily="34" charset="0"/>
              </a:rPr>
              <a:t>Judd </a:t>
            </a:r>
            <a:r>
              <a:rPr lang="en-US" altLang="es-CO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Vinet</a:t>
            </a:r>
            <a:r>
              <a:rPr lang="en-US" altLang="es-CO" sz="1400" dirty="0">
                <a:solidFill>
                  <a:srgbClr val="000000"/>
                </a:solidFill>
                <a:latin typeface="Arial" panose="020B0604020202020204" pitchFamily="34" charset="0"/>
              </a:rPr>
              <a:t>, a Canadian programmer, began developing Arch Linux in early  2001. Its first formal release, Arch Linux 0.1, was on March 11, 2002</a:t>
            </a: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s-CO" altLang="es-CO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s-CO" altLang="es-CO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s-CO" altLang="es-CO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s-CO" altLang="es-CO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s-CO" altLang="es-CO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s-CO" altLang="es-CO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s-CO" altLang="es-CO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s-CO" altLang="es-CO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altLang="es-CO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Aaron Griffin, </a:t>
            </a:r>
            <a:r>
              <a:rPr lang="en-US" altLang="es-CO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American programmer, managed the project during the growth of the operating system.</a:t>
            </a: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n-US" altLang="es-CO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people in charge of the development of Arch Linux is the community itself, anyone is free to join and contribute their ideas for the operating system.</a:t>
            </a: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endParaRPr lang="en-US" altLang="es-CO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ts val="250"/>
              </a:spcBef>
              <a:buClr>
                <a:srgbClr val="CC6633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altLang="es-CO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Here we can see the list of the most important developers of the Arch Linux project: https://archlinux.org/people/developers/</a:t>
            </a:r>
            <a:endParaRPr lang="es-CO" altLang="es-CO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9842BA87-57B6-444F-BAA9-8D0F5BE06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6083300"/>
            <a:ext cx="107791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" name="Picture 4" descr="Judd Vinet (@juddv) | Twitter">
            <a:extLst>
              <a:ext uri="{FF2B5EF4-FFF2-40B4-BE49-F238E27FC236}">
                <a16:creationId xmlns:a16="http://schemas.microsoft.com/office/drawing/2014/main" id="{06B8A0F4-F189-42D1-8E0F-2ADCAF50D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907" y="1691625"/>
            <a:ext cx="1656184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4310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"/>
          <p:cNvSpPr txBox="1">
            <a:spLocks noChangeArrowheads="1"/>
          </p:cNvSpPr>
          <p:nvPr/>
        </p:nvSpPr>
        <p:spPr bwMode="auto">
          <a:xfrm>
            <a:off x="468313" y="476250"/>
            <a:ext cx="8218487" cy="807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91440" rIns="90000" bIns="468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r>
              <a:rPr lang="es-ES" altLang="es-CO" sz="2800" dirty="0">
                <a:solidFill>
                  <a:srgbClr val="0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CHRONOLOGY OF VERSIONS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13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cxnSp>
        <p:nvCxnSpPr>
          <p:cNvPr id="12" name="11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9" name="Tabla 4">
            <a:extLst>
              <a:ext uri="{FF2B5EF4-FFF2-40B4-BE49-F238E27FC236}">
                <a16:creationId xmlns:a16="http://schemas.microsoft.com/office/drawing/2014/main" id="{A2403219-3085-4BD4-9974-0E2563E571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146666"/>
              </p:ext>
            </p:extLst>
          </p:nvPr>
        </p:nvGraphicFramePr>
        <p:xfrm>
          <a:off x="847464" y="1087437"/>
          <a:ext cx="7449070" cy="3606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1649337">
                  <a:extLst>
                    <a:ext uri="{9D8B030D-6E8A-4147-A177-3AD203B41FA5}">
                      <a16:colId xmlns:a16="http://schemas.microsoft.com/office/drawing/2014/main" val="2421176050"/>
                    </a:ext>
                  </a:extLst>
                </a:gridCol>
                <a:gridCol w="2010574">
                  <a:extLst>
                    <a:ext uri="{9D8B030D-6E8A-4147-A177-3AD203B41FA5}">
                      <a16:colId xmlns:a16="http://schemas.microsoft.com/office/drawing/2014/main" val="2724331873"/>
                    </a:ext>
                  </a:extLst>
                </a:gridCol>
                <a:gridCol w="3789159">
                  <a:extLst>
                    <a:ext uri="{9D8B030D-6E8A-4147-A177-3AD203B41FA5}">
                      <a16:colId xmlns:a16="http://schemas.microsoft.com/office/drawing/2014/main" val="1448480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Release </a:t>
                      </a:r>
                    </a:p>
                    <a:p>
                      <a:pPr algn="ctr"/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054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11/03/2002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Frist 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891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21/06/2003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PAM, GRUB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61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2007.05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16/05/2007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Pacman 3.0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897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2008.06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25/06/2008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USB availability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695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2009.08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10/08/2009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Pacman 3.3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708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17/05/2010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Dual image availability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108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2017.01.25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25/01/2017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X86_32 support 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069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2023.04.01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2023/04/01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Pacman 6.0.2-6, PAM 1.5.2-2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9793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"/>
          <p:cNvSpPr txBox="1">
            <a:spLocks noChangeArrowheads="1"/>
          </p:cNvSpPr>
          <p:nvPr/>
        </p:nvSpPr>
        <p:spPr bwMode="auto">
          <a:xfrm>
            <a:off x="468313" y="476250"/>
            <a:ext cx="8218487" cy="504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91440" rIns="90000" bIns="468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r>
              <a:rPr lang="es-ES" altLang="es-CO" sz="2800" dirty="0">
                <a:solidFill>
                  <a:srgbClr val="0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 WEBSITE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14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cxnSp>
        <p:nvCxnSpPr>
          <p:cNvPr id="12" name="11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A9D2BE3B-7C61-4948-8FD3-F50ADECBE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428" y="1049468"/>
            <a:ext cx="6840537" cy="2235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algn="just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s-CO" altLang="es-CO" dirty="0">
                <a:solidFill>
                  <a:srgbClr val="000000"/>
                </a:solidFill>
                <a:latin typeface="Arial" panose="020B0604020202020204" pitchFamily="34" charset="0"/>
              </a:rPr>
              <a:t>The official website is </a:t>
            </a:r>
            <a:r>
              <a:rPr lang="es-CO" altLang="es-CO" dirty="0">
                <a:solidFill>
                  <a:srgbClr val="000000"/>
                </a:solidFill>
                <a:latin typeface="Arial" panose="020B0604020202020204" pitchFamily="34" charset="0"/>
                <a:hlinkClick r:id="rId4"/>
              </a:rPr>
              <a:t>https://archlinux.org/</a:t>
            </a:r>
            <a:r>
              <a:rPr lang="es-CO" altLang="es-CO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s-CO" altLang="es-CO" sz="1600" dirty="0">
                <a:solidFill>
                  <a:srgbClr val="000000"/>
                </a:solidFill>
              </a:rPr>
              <a:t>In </a:t>
            </a:r>
            <a:r>
              <a:rPr lang="es-CO" altLang="es-CO" sz="1600" dirty="0" err="1">
                <a:solidFill>
                  <a:srgbClr val="000000"/>
                </a:solidFill>
              </a:rPr>
              <a:t>it</a:t>
            </a:r>
            <a:r>
              <a:rPr lang="es-CO" altLang="es-CO" sz="1600" dirty="0">
                <a:solidFill>
                  <a:srgbClr val="000000"/>
                </a:solidFill>
              </a:rPr>
              <a:t>, we can:</a:t>
            </a:r>
          </a:p>
          <a:p>
            <a:pPr marL="285750" indent="-285750" algn="just" eaLnBrk="1" hangingPunct="1">
              <a:spcBef>
                <a:spcPts val="25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ü"/>
            </a:pPr>
            <a:r>
              <a:rPr lang="es-CO" altLang="es-CO" sz="1600" dirty="0">
                <a:solidFill>
                  <a:schemeClr val="tx1"/>
                </a:solidFill>
              </a:rPr>
              <a:t>Download the </a:t>
            </a:r>
            <a:r>
              <a:rPr lang="es-CO" altLang="es-CO" sz="1600" dirty="0" err="1">
                <a:solidFill>
                  <a:schemeClr val="tx1"/>
                </a:solidFill>
              </a:rPr>
              <a:t>operating</a:t>
            </a:r>
            <a:r>
              <a:rPr lang="es-CO" altLang="es-CO" sz="1600" dirty="0">
                <a:solidFill>
                  <a:schemeClr val="tx1"/>
                </a:solidFill>
              </a:rPr>
              <a:t> system.</a:t>
            </a:r>
          </a:p>
          <a:p>
            <a:pPr marL="285750" indent="-285750" algn="just" eaLnBrk="1" hangingPunct="1">
              <a:spcBef>
                <a:spcPts val="25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ü"/>
            </a:pPr>
            <a:r>
              <a:rPr lang="es-CO" altLang="es-CO" sz="1600" dirty="0" err="1">
                <a:solidFill>
                  <a:schemeClr val="tx1"/>
                </a:solidFill>
              </a:rPr>
              <a:t>Report</a:t>
            </a:r>
            <a:r>
              <a:rPr lang="es-CO" altLang="es-CO" sz="1600" dirty="0">
                <a:solidFill>
                  <a:schemeClr val="tx1"/>
                </a:solidFill>
              </a:rPr>
              <a:t> </a:t>
            </a:r>
            <a:r>
              <a:rPr lang="es-CO" altLang="es-CO" sz="1600" dirty="0" err="1">
                <a:solidFill>
                  <a:schemeClr val="tx1"/>
                </a:solidFill>
              </a:rPr>
              <a:t>or</a:t>
            </a:r>
            <a:r>
              <a:rPr lang="es-CO" altLang="es-CO" sz="1600" dirty="0">
                <a:solidFill>
                  <a:schemeClr val="tx1"/>
                </a:solidFill>
              </a:rPr>
              <a:t> </a:t>
            </a:r>
            <a:r>
              <a:rPr lang="es-CO" altLang="es-CO" sz="1600" dirty="0" err="1">
                <a:solidFill>
                  <a:schemeClr val="tx1"/>
                </a:solidFill>
              </a:rPr>
              <a:t>help</a:t>
            </a:r>
            <a:r>
              <a:rPr lang="es-CO" altLang="es-CO" sz="1600" dirty="0">
                <a:solidFill>
                  <a:schemeClr val="tx1"/>
                </a:solidFill>
              </a:rPr>
              <a:t> to </a:t>
            </a:r>
            <a:r>
              <a:rPr lang="es-CO" altLang="es-CO" sz="1600" dirty="0" err="1">
                <a:solidFill>
                  <a:schemeClr val="tx1"/>
                </a:solidFill>
              </a:rPr>
              <a:t>fix</a:t>
            </a:r>
            <a:r>
              <a:rPr lang="es-CO" altLang="es-CO" sz="1600" dirty="0">
                <a:solidFill>
                  <a:schemeClr val="tx1"/>
                </a:solidFill>
              </a:rPr>
              <a:t> bugs.</a:t>
            </a:r>
          </a:p>
          <a:p>
            <a:pPr marL="285750" indent="-285750" algn="just" eaLnBrk="1" hangingPunct="1">
              <a:spcBef>
                <a:spcPts val="25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ü"/>
            </a:pPr>
            <a:r>
              <a:rPr lang="es-CO" altLang="es-CO" sz="1600" dirty="0">
                <a:solidFill>
                  <a:schemeClr val="tx1"/>
                </a:solidFill>
              </a:rPr>
              <a:t>Download </a:t>
            </a:r>
            <a:r>
              <a:rPr lang="es-CO" altLang="es-CO" sz="1600" dirty="0" err="1">
                <a:solidFill>
                  <a:schemeClr val="tx1"/>
                </a:solidFill>
              </a:rPr>
              <a:t>or</a:t>
            </a:r>
            <a:r>
              <a:rPr lang="es-CO" altLang="es-CO" sz="1600" dirty="0">
                <a:solidFill>
                  <a:schemeClr val="tx1"/>
                </a:solidFill>
              </a:rPr>
              <a:t> </a:t>
            </a:r>
            <a:r>
              <a:rPr lang="es-CO" altLang="es-CO" sz="1600" dirty="0" err="1">
                <a:solidFill>
                  <a:schemeClr val="tx1"/>
                </a:solidFill>
              </a:rPr>
              <a:t>see</a:t>
            </a:r>
            <a:r>
              <a:rPr lang="es-CO" altLang="es-CO" sz="1600" dirty="0">
                <a:solidFill>
                  <a:schemeClr val="tx1"/>
                </a:solidFill>
              </a:rPr>
              <a:t> </a:t>
            </a:r>
            <a:r>
              <a:rPr lang="es-CO" altLang="es-CO" sz="1600" dirty="0" err="1">
                <a:solidFill>
                  <a:schemeClr val="tx1"/>
                </a:solidFill>
              </a:rPr>
              <a:t>how</a:t>
            </a:r>
            <a:r>
              <a:rPr lang="es-CO" altLang="es-CO" sz="1600" dirty="0">
                <a:solidFill>
                  <a:schemeClr val="tx1"/>
                </a:solidFill>
              </a:rPr>
              <a:t> to </a:t>
            </a:r>
            <a:r>
              <a:rPr lang="es-CO" altLang="es-CO" sz="1600" dirty="0" err="1">
                <a:solidFill>
                  <a:schemeClr val="tx1"/>
                </a:solidFill>
              </a:rPr>
              <a:t>create</a:t>
            </a:r>
            <a:r>
              <a:rPr lang="es-CO" altLang="es-CO" sz="1600" dirty="0">
                <a:solidFill>
                  <a:schemeClr val="tx1"/>
                </a:solidFill>
              </a:rPr>
              <a:t> </a:t>
            </a:r>
            <a:r>
              <a:rPr lang="es-CO" altLang="es-CO" sz="1600" dirty="0" err="1">
                <a:solidFill>
                  <a:schemeClr val="tx1"/>
                </a:solidFill>
              </a:rPr>
              <a:t>packages</a:t>
            </a:r>
            <a:r>
              <a:rPr lang="es-CO" altLang="es-CO" sz="1600" dirty="0">
                <a:solidFill>
                  <a:schemeClr val="tx1"/>
                </a:solidFill>
              </a:rPr>
              <a:t>.</a:t>
            </a:r>
          </a:p>
          <a:p>
            <a:pPr marL="285750" indent="-285750" algn="just" eaLnBrk="1" hangingPunct="1">
              <a:spcBef>
                <a:spcPts val="25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ü"/>
            </a:pPr>
            <a:r>
              <a:rPr lang="en-US" altLang="es-CO" sz="1600" dirty="0">
                <a:solidFill>
                  <a:schemeClr val="tx1"/>
                </a:solidFill>
              </a:rPr>
              <a:t>Interact with the community exchanging opinions in the forums, mailing lists or IRC channels</a:t>
            </a:r>
          </a:p>
          <a:p>
            <a:pPr marL="285750" indent="-285750" algn="just" eaLnBrk="1" hangingPunct="1">
              <a:spcBef>
                <a:spcPts val="25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ü"/>
            </a:pPr>
            <a:r>
              <a:rPr lang="en-US" altLang="es-CO" sz="1600" dirty="0">
                <a:solidFill>
                  <a:schemeClr val="tx1"/>
                </a:solidFill>
              </a:rPr>
              <a:t>Search information or improve documentation</a:t>
            </a:r>
            <a:endParaRPr lang="es-CO" altLang="es-CO" sz="1600" dirty="0">
              <a:solidFill>
                <a:schemeClr val="tx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53C7D70-CC81-447C-9313-05DDE5DF7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548" y="3338412"/>
            <a:ext cx="8136904" cy="164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492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"/>
          <p:cNvSpPr txBox="1">
            <a:spLocks noChangeArrowheads="1"/>
          </p:cNvSpPr>
          <p:nvPr/>
        </p:nvSpPr>
        <p:spPr bwMode="auto">
          <a:xfrm>
            <a:off x="581743" y="214254"/>
            <a:ext cx="8218487" cy="504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91440" rIns="90000" bIns="468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r>
              <a:rPr lang="es-ES" altLang="es-CO" sz="2800" dirty="0">
                <a:solidFill>
                  <a:srgbClr val="0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COMPARISON WITH DEBIAN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15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cxnSp>
        <p:nvCxnSpPr>
          <p:cNvPr id="12" name="11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84116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"/>
          <p:cNvSpPr txBox="1">
            <a:spLocks noChangeArrowheads="1"/>
          </p:cNvSpPr>
          <p:nvPr/>
        </p:nvSpPr>
        <p:spPr bwMode="auto">
          <a:xfrm>
            <a:off x="468313" y="476250"/>
            <a:ext cx="8218487" cy="504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82880" tIns="91440" rIns="90000" bIns="468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>
                <a:srgbClr val="F07F09"/>
              </a:buClr>
              <a:buSzPct val="80000"/>
              <a:buFont typeface="Wingdings 2" panose="05020102010507070707" pitchFamily="18" charset="2"/>
              <a:buChar char=""/>
            </a:pPr>
            <a:r>
              <a:rPr lang="es-ES" altLang="es-CO" sz="2800" dirty="0">
                <a:solidFill>
                  <a:srgbClr val="00008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16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cxnSp>
        <p:nvCxnSpPr>
          <p:cNvPr id="12" name="11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" name="Text Box 3">
            <a:extLst>
              <a:ext uri="{FF2B5EF4-FFF2-40B4-BE49-F238E27FC236}">
                <a16:creationId xmlns:a16="http://schemas.microsoft.com/office/drawing/2014/main" id="{5E37C3EB-BC2E-4F97-9856-B9204EC87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249" y="1011807"/>
            <a:ext cx="8100014" cy="4793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marL="261938" indent="-261938"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1938" algn="l"/>
                <a:tab pos="709613" algn="l"/>
                <a:tab pos="1158875" algn="l"/>
                <a:tab pos="1608138" algn="l"/>
                <a:tab pos="2057400" algn="l"/>
                <a:tab pos="2506663" algn="l"/>
                <a:tab pos="2955925" algn="l"/>
                <a:tab pos="3405188" algn="l"/>
                <a:tab pos="3854450" algn="l"/>
                <a:tab pos="4303713" algn="l"/>
                <a:tab pos="4752975" algn="l"/>
                <a:tab pos="5202238" algn="l"/>
                <a:tab pos="5651500" algn="l"/>
                <a:tab pos="6100763" algn="l"/>
                <a:tab pos="6550025" algn="l"/>
                <a:tab pos="6999288" algn="l"/>
                <a:tab pos="7448550" algn="l"/>
                <a:tab pos="7897813" algn="l"/>
                <a:tab pos="8347075" algn="l"/>
                <a:tab pos="8796338" algn="l"/>
                <a:tab pos="9245600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“Arch Linux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Downloads - Download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.” 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https://archlinux.org/download/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 “x64 vs. x86: Key Differences.” https://wiki.archlinux.org/index.php/installation_guide</a:t>
            </a: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“Arch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Based Distributions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.” https://wiki.archlinux.org/title/Arch-based_distributions</a:t>
            </a: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“pacman - ArchWiki.” https://wiki.archlinux.org/index.php/pacman </a:t>
            </a: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5. </a:t>
            </a:r>
            <a:r>
              <a:rPr lang="de-DE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“Kernel - ArchWiki.” https://wiki.archlinux.org/index.php/Kernel</a:t>
            </a: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de-D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6. </a:t>
            </a:r>
            <a:r>
              <a:rPr lang="en-US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“File systems - ArchWiki.” https://wiki.archlinux.org/index.php/file_systems</a:t>
            </a: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7. </a:t>
            </a:r>
            <a:r>
              <a:rPr lang="fr-FR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“GNU Compiler Collection - </a:t>
            </a:r>
            <a:r>
              <a:rPr lang="fr-FR" altLang="es-CO" sz="1600" dirty="0" err="1">
                <a:solidFill>
                  <a:schemeClr val="tx1"/>
                </a:solidFill>
                <a:latin typeface="Arial" panose="020B0604020202020204" pitchFamily="34" charset="0"/>
              </a:rPr>
              <a:t>ArchWiki</a:t>
            </a:r>
            <a:r>
              <a:rPr lang="fr-FR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.” </a:t>
            </a:r>
            <a:r>
              <a:rPr lang="fr-FR" altLang="es-CO" sz="1600" dirty="0">
                <a:solidFill>
                  <a:schemeClr val="tx1"/>
                </a:solidFill>
                <a:latin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https://wiki.archlinux.org/index.php/GNU_Compiler_Collection</a:t>
            </a:r>
            <a:endParaRPr lang="fr-FR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fr-FR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8. </a:t>
            </a:r>
            <a:r>
              <a:rPr lang="pl-PL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Arch Linux</a:t>
            </a:r>
            <a:r>
              <a:rPr lang="pl-PL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”</a:t>
            </a: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 https://wiki.archlinux.org/title/Arch_Linux</a:t>
            </a:r>
            <a:endParaRPr lang="fr-FR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fr-FR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9. </a:t>
            </a:r>
            <a:r>
              <a:rPr lang="pl-PL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List of Applications</a:t>
            </a:r>
            <a:r>
              <a:rPr lang="pl-PL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” https://wiki.archlinux.org/title/Arch-based_distributions</a:t>
            </a: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10. </a:t>
            </a:r>
            <a:r>
              <a:rPr lang="pl-PL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“</a:t>
            </a: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Arch Linux Downloads</a:t>
            </a:r>
            <a:r>
              <a:rPr lang="pl-PL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” https://archlinux.org/download/</a:t>
            </a:r>
            <a:endParaRPr lang="es-CO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11. “archinstall” https://wiki.archlinux.org/title/archinstall</a:t>
            </a: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r>
              <a:rPr lang="es-CO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12. </a:t>
            </a:r>
            <a:r>
              <a:rPr lang="en-US" altLang="es-CO" sz="1600" dirty="0">
                <a:solidFill>
                  <a:schemeClr val="tx1"/>
                </a:solidFill>
                <a:latin typeface="Arial" panose="020B0604020202020204" pitchFamily="34" charset="0"/>
              </a:rPr>
              <a:t>“Why is Arch Linux So Challenging and What are its pros and cons” </a:t>
            </a:r>
            <a:r>
              <a:rPr lang="en-US" altLang="es-CO" sz="1600" dirty="0">
                <a:solidFill>
                  <a:schemeClr val="tx1"/>
                </a:solidFill>
                <a:latin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https://www.fossmint.com/why-is-arch-linux-so-challenging-what-are-pros-cons/</a:t>
            </a:r>
            <a:endParaRPr lang="en-US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1" hangingPunct="1">
              <a:spcBef>
                <a:spcPts val="250"/>
              </a:spcBef>
              <a:buClr>
                <a:srgbClr val="CC6633"/>
              </a:buClr>
              <a:buSzPct val="45000"/>
            </a:pPr>
            <a:endParaRPr lang="en-US" altLang="es-CO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8203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/>
          <p:cNvSpPr txBox="1">
            <a:spLocks noChangeArrowheads="1"/>
          </p:cNvSpPr>
          <p:nvPr/>
        </p:nvSpPr>
        <p:spPr bwMode="auto">
          <a:xfrm>
            <a:off x="468313" y="476250"/>
            <a:ext cx="8218487" cy="532923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8000">
                <a:srgbClr val="FFFFFF"/>
              </a:gs>
              <a:gs pos="100000">
                <a:srgbClr val="FFDCC5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82880" tIns="91440" rIns="90000" bIns="46800"/>
          <a:lstStyle>
            <a:lvl1pPr marL="263525" indent="-260350" eaLnBrk="0" hangingPunct="0"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Tx/>
              <a:buFontTx/>
              <a:buNone/>
            </a:pPr>
            <a:endParaRPr lang="es-ES" altLang="es-CO" b="1">
              <a:solidFill>
                <a:srgbClr val="F8F8F8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250"/>
              </a:spcBef>
              <a:buClrTx/>
              <a:buFontTx/>
              <a:buNone/>
            </a:pPr>
            <a:endParaRPr lang="es-ES" altLang="es-CO" b="1">
              <a:solidFill>
                <a:srgbClr val="F8F8F8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250"/>
              </a:spcBef>
              <a:buClrTx/>
              <a:buFontTx/>
              <a:buNone/>
            </a:pPr>
            <a:endParaRPr lang="es-CO" altLang="es-CO" b="1">
              <a:solidFill>
                <a:srgbClr val="F8F8F8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250"/>
              </a:spcBef>
              <a:buClrTx/>
              <a:buFontTx/>
              <a:buNone/>
            </a:pPr>
            <a:r>
              <a:rPr lang="es-CO" altLang="es-CO" b="1">
                <a:solidFill>
                  <a:srgbClr val="F8F8F8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468313" y="476250"/>
            <a:ext cx="8218487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/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3419475" y="2492375"/>
            <a:ext cx="4067175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tIns="46800" rIns="4572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s-ES" sz="3200" b="1" dirty="0">
                <a:solidFill>
                  <a:srgbClr val="FF8D3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QUESTIONS!</a:t>
            </a:r>
          </a:p>
        </p:txBody>
      </p:sp>
      <p:pic>
        <p:nvPicPr>
          <p:cNvPr id="2048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550" y="1341438"/>
            <a:ext cx="1558925" cy="291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17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cxnSp>
        <p:nvCxnSpPr>
          <p:cNvPr id="14" name="13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"/>
          <p:cNvSpPr txBox="1">
            <a:spLocks noChangeArrowheads="1"/>
          </p:cNvSpPr>
          <p:nvPr/>
        </p:nvSpPr>
        <p:spPr bwMode="auto">
          <a:xfrm>
            <a:off x="468313" y="476250"/>
            <a:ext cx="8218487" cy="532923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8000">
                <a:srgbClr val="FFFFFF"/>
              </a:gs>
              <a:gs pos="100000">
                <a:srgbClr val="FFDCC5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90000" bIns="46800"/>
          <a:lstStyle>
            <a:lvl1pPr marL="263525" indent="-260350" eaLnBrk="0" hangingPunct="0"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263525" algn="l"/>
                <a:tab pos="711200" algn="l"/>
                <a:tab pos="1160463" algn="l"/>
                <a:tab pos="1609725" algn="l"/>
                <a:tab pos="2058988" algn="l"/>
                <a:tab pos="2508250" algn="l"/>
                <a:tab pos="2957513" algn="l"/>
                <a:tab pos="3406775" algn="l"/>
                <a:tab pos="3856038" algn="l"/>
                <a:tab pos="4305300" algn="l"/>
                <a:tab pos="4754563" algn="l"/>
                <a:tab pos="5203825" algn="l"/>
                <a:tab pos="5653088" algn="l"/>
                <a:tab pos="6102350" algn="l"/>
                <a:tab pos="6551613" algn="l"/>
                <a:tab pos="7000875" algn="l"/>
                <a:tab pos="7450138" algn="l"/>
                <a:tab pos="7899400" algn="l"/>
                <a:tab pos="8348663" algn="l"/>
                <a:tab pos="8797925" algn="l"/>
                <a:tab pos="9247188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>
              <a:spcBef>
                <a:spcPts val="250"/>
              </a:spcBef>
              <a:buClrTx/>
              <a:buFontTx/>
              <a:buNone/>
            </a:pPr>
            <a:endParaRPr lang="es-ES" altLang="es-CO" b="1">
              <a:solidFill>
                <a:srgbClr val="F8F8F8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250"/>
              </a:spcBef>
              <a:buClrTx/>
              <a:buFontTx/>
              <a:buNone/>
            </a:pPr>
            <a:endParaRPr lang="es-ES" altLang="es-CO" b="1">
              <a:solidFill>
                <a:srgbClr val="F8F8F8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ts val="250"/>
              </a:spcBef>
              <a:buClrTx/>
              <a:buFontTx/>
              <a:buNone/>
            </a:pPr>
            <a:endParaRPr lang="es-CO" altLang="es-CO" sz="1600" b="1">
              <a:solidFill>
                <a:srgbClr val="F8F8F8"/>
              </a:solidFill>
              <a:latin typeface="Arial" panose="020B0604020202020204" pitchFamily="34" charset="0"/>
            </a:endParaRPr>
          </a:p>
          <a:p>
            <a:pPr algn="just" eaLnBrk="1" hangingPunct="1">
              <a:buClrTx/>
              <a:buFontTx/>
              <a:buNone/>
            </a:pPr>
            <a:r>
              <a:rPr lang="es-CO" altLang="es-CO">
                <a:solidFill>
                  <a:srgbClr val="F8F8F8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468313" y="476250"/>
            <a:ext cx="8218487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CO" altLang="es-CO"/>
          </a:p>
        </p:txBody>
      </p:sp>
      <p:pic>
        <p:nvPicPr>
          <p:cNvPr id="2150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196975"/>
            <a:ext cx="1493838" cy="305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3419475" y="2492375"/>
            <a:ext cx="4067175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tIns="46800" rIns="4572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Verdana" pitchFamily="32" charset="0"/>
                <a:ea typeface="Microsoft YaHei" pitchFamily="32" charset="-122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s-ES" sz="3200" b="1" dirty="0">
                <a:solidFill>
                  <a:srgbClr val="FF8D3E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THANKS FOR YOUR ATTENTION!</a:t>
            </a: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algn="r" eaLnBrk="1" hangingPunct="1">
              <a:buClrTx/>
              <a:buFontTx/>
              <a:buNone/>
            </a:pPr>
            <a:fld id="{383067D1-8920-4A12-BDCD-2ADC085C45D7}" type="slidenum">
              <a:rPr lang="es-ES" altLang="es-CO" sz="1000">
                <a:solidFill>
                  <a:srgbClr val="A7A399"/>
                </a:solidFill>
              </a:rPr>
              <a:pPr algn="r" eaLnBrk="1" hangingPunct="1">
                <a:buClrTx/>
                <a:buFontTx/>
                <a:buNone/>
              </a:pPr>
              <a:t>18</a:t>
            </a:fld>
            <a:endParaRPr lang="es-ES" altLang="es-CO" sz="1000">
              <a:solidFill>
                <a:srgbClr val="A7A399"/>
              </a:solidFill>
            </a:endParaRPr>
          </a:p>
        </p:txBody>
      </p:sp>
      <p:cxnSp>
        <p:nvCxnSpPr>
          <p:cNvPr id="14" name="13 Conector recto"/>
          <p:cNvCxnSpPr/>
          <p:nvPr/>
        </p:nvCxnSpPr>
        <p:spPr>
          <a:xfrm>
            <a:off x="268986" y="6111875"/>
            <a:ext cx="7975422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"/>
          <p:cNvCxnSpPr/>
          <p:nvPr/>
        </p:nvCxnSpPr>
        <p:spPr>
          <a:xfrm>
            <a:off x="1403648" y="6165304"/>
            <a:ext cx="6840760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787362" y="6294437"/>
            <a:ext cx="5219700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Verdana" panose="020B0604030504040204" pitchFamily="34" charset="0"/>
                <a:ea typeface="Microsoft YaHei" panose="020B0503020204020204" pitchFamily="34" charset="-122"/>
              </a:defRPr>
            </a:lvl9pPr>
          </a:lstStyle>
          <a:p>
            <a:pPr eaLnBrk="1" hangingPunct="1"/>
            <a:r>
              <a:rPr lang="es-CO" altLang="es-CO" sz="1000" dirty="0">
                <a:solidFill>
                  <a:srgbClr val="FF0000"/>
                </a:solidFill>
              </a:rPr>
              <a:t>Basic Sciences and Engineering Faculty.</a:t>
            </a:r>
          </a:p>
          <a:p>
            <a:pPr eaLnBrk="1" hangingPunct="1"/>
            <a:r>
              <a:rPr lang="es-CO" altLang="es-CO" sz="1000" dirty="0">
                <a:solidFill>
                  <a:srgbClr val="000000"/>
                </a:solidFill>
              </a:rPr>
              <a:t>University of los Llanos.</a:t>
            </a:r>
          </a:p>
        </p:txBody>
      </p:sp>
      <p:pic>
        <p:nvPicPr>
          <p:cNvPr id="1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42" y="6219825"/>
            <a:ext cx="1439863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3703</TotalTime>
  <Words>1394</Words>
  <Application>Microsoft Office PowerPoint</Application>
  <PresentationFormat>Presentación en pantalla (4:3)</PresentationFormat>
  <Paragraphs>260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28" baseType="lpstr">
      <vt:lpstr>Arial</vt:lpstr>
      <vt:lpstr>Arial Black</vt:lpstr>
      <vt:lpstr>Calibri</vt:lpstr>
      <vt:lpstr>Century Schoolbook</vt:lpstr>
      <vt:lpstr>Times New Roman</vt:lpstr>
      <vt:lpstr>Verdana</vt:lpstr>
      <vt:lpstr>Wingdings</vt:lpstr>
      <vt:lpstr>Wingdings 2</vt:lpstr>
      <vt:lpstr>Mirador</vt:lpstr>
      <vt:lpstr>1_Mirador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la presentación que se envía a TIBETS</dc:title>
  <dc:creator>Jorge</dc:creator>
  <cp:lastModifiedBy>daniel montero</cp:lastModifiedBy>
  <cp:revision>290</cp:revision>
  <cp:lastPrinted>1601-01-01T00:00:00Z</cp:lastPrinted>
  <dcterms:created xsi:type="dcterms:W3CDTF">2011-09-17T17:22:42Z</dcterms:created>
  <dcterms:modified xsi:type="dcterms:W3CDTF">2023-04-29T04:43:54Z</dcterms:modified>
</cp:coreProperties>
</file>